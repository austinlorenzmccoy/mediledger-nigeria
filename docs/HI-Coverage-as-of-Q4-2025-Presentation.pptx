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16764296" r:id="rId3"/>
    <p:sldId id="16764339" r:id="rId4"/>
    <p:sldId id="16764298" r:id="rId5"/>
    <p:sldId id="16764340" r:id="rId6"/>
  </p:sldIdLst>
  <p:sldSz cx="12192000" cy="6858000"/>
  <p:notesSz cx="7010400" cy="92964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CC"/>
    <a:srgbClr val="3FE9ED"/>
    <a:srgbClr val="B4E5A2"/>
    <a:srgbClr val="8ED973"/>
    <a:srgbClr val="47D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4003" autoAdjust="0"/>
  </p:normalViewPr>
  <p:slideViewPr>
    <p:cSldViewPr snapToGrid="0">
      <p:cViewPr varScale="1">
        <p:scale>
          <a:sx n="69" d="100"/>
          <a:sy n="69" d="100"/>
        </p:scale>
        <p:origin x="5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LIYU%20MOHAMMED\Desktop\Enrollement%20Report\Enrollement%20Report%20Q1%202025\HI%20Final\Final\Health_Insurance_Enrolment_Q1_2025_Curre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5756137691683003E-2"/>
          <c:y val="0.248793668824838"/>
          <c:w val="0.95528841460552505"/>
          <c:h val="0.65262390290592398"/>
        </c:manualLayout>
      </c:layout>
      <c:lineChart>
        <c:grouping val="standard"/>
        <c:varyColors val="0"/>
        <c:ser>
          <c:idx val="0"/>
          <c:order val="0"/>
          <c:tx>
            <c:strRef>
              <c:f>'[Health_Insurance_Enrolment_Q1_2025_Current.xlsx]Overall Graph'!$D$4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'[Health_Insurance_Enrolment_Q1_2025_Current.xlsx]Overall Graph'!$C$5:$C$13</c:f>
            </c:multiLvlStrRef>
          </c:cat>
          <c:val>
            <c:numRef>
              <c:f>'[Health_Insurance_Enrolment_Q1_2025_Current.xlsx]Overall Graph'!$D$5:$D$13</c:f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935857808"/>
        <c:axId val="-935856176"/>
      </c:lineChart>
      <c:catAx>
        <c:axId val="-93585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935856176"/>
        <c:crosses val="autoZero"/>
        <c:auto val="1"/>
        <c:lblAlgn val="ctr"/>
        <c:lblOffset val="100"/>
        <c:noMultiLvlLbl val="0"/>
      </c:catAx>
      <c:valAx>
        <c:axId val="-9358561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-9358578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c9af7dd-ea16-4aed-948a-9ccd2669318e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  <a:scene3d>
      <a:camera prst="orthographicFront"/>
      <a:lightRig rig="threePt" dir="t"/>
    </a:scene3d>
    <a:sp3d>
      <a:bevelT w="114300" h="114300" prst="relaxedInset"/>
      <a:bevelB w="127000" h="127000" prst="angle"/>
    </a:sp3d>
  </c:spPr>
  <c:txPr>
    <a:bodyPr/>
    <a:lstStyle/>
    <a:p>
      <a:pPr>
        <a:defRPr lang="en-US"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B8DDBFE-C550-452B-9732-FB19414EFCDF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505D09F-F648-45F4-82B9-792B61D81D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29861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382D80A-5B47-4F4A-BAEF-628BA8963DA6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ACBA0FC-A7BC-47ED-9737-29485D89E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198843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E9E7-C1EC-46BE-B6A0-44D07C5B9D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07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E9E7-C1EC-46BE-B6A0-44D07C5B9D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7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3.vml"/><Relationship Id="rId6" Type="http://schemas.openxmlformats.org/officeDocument/2006/relationships/tags" Target="../tags/tag27.xml"/><Relationship Id="rId11" Type="http://schemas.openxmlformats.org/officeDocument/2006/relationships/image" Target="../media/image6.jpeg"/><Relationship Id="rId5" Type="http://schemas.openxmlformats.org/officeDocument/2006/relationships/tags" Target="../tags/tag26.xml"/><Relationship Id="rId10" Type="http://schemas.openxmlformats.org/officeDocument/2006/relationships/image" Target="../media/image5.png"/><Relationship Id="rId4" Type="http://schemas.openxmlformats.org/officeDocument/2006/relationships/tags" Target="../tags/tag25.xml"/><Relationship Id="rId9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2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vmlDrawing" Target="../drawings/vmlDrawing4.vml"/><Relationship Id="rId6" Type="http://schemas.openxmlformats.org/officeDocument/2006/relationships/tags" Target="../tags/tag32.xml"/><Relationship Id="rId11" Type="http://schemas.openxmlformats.org/officeDocument/2006/relationships/image" Target="../media/image5.png"/><Relationship Id="rId5" Type="http://schemas.openxmlformats.org/officeDocument/2006/relationships/tags" Target="../tags/tag31.xml"/><Relationship Id="rId10" Type="http://schemas.openxmlformats.org/officeDocument/2006/relationships/image" Target="../media/image7.jpeg"/><Relationship Id="rId4" Type="http://schemas.openxmlformats.org/officeDocument/2006/relationships/tags" Target="../tags/tag30.xml"/><Relationship Id="rId9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vmlDrawing" Target="../drawings/vmlDrawing5.vml"/><Relationship Id="rId6" Type="http://schemas.openxmlformats.org/officeDocument/2006/relationships/tags" Target="../tags/tag37.xml"/><Relationship Id="rId11" Type="http://schemas.openxmlformats.org/officeDocument/2006/relationships/image" Target="../media/image2.emf"/><Relationship Id="rId5" Type="http://schemas.openxmlformats.org/officeDocument/2006/relationships/tags" Target="../tags/tag36.xml"/><Relationship Id="rId10" Type="http://schemas.openxmlformats.org/officeDocument/2006/relationships/oleObject" Target="../embeddings/oleObject5.bin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vmlDrawing" Target="../drawings/vmlDrawing6.v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4.emf"/><Relationship Id="rId4" Type="http://schemas.openxmlformats.org/officeDocument/2006/relationships/tags" Target="../tags/tag42.xml"/><Relationship Id="rId9" Type="http://schemas.openxmlformats.org/officeDocument/2006/relationships/oleObject" Target="../embeddings/oleObject6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vmlDrawing" Target="../drawings/vmlDrawing7.v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4.emf"/><Relationship Id="rId4" Type="http://schemas.openxmlformats.org/officeDocument/2006/relationships/tags" Target="../tags/tag48.xml"/><Relationship Id="rId9" Type="http://schemas.openxmlformats.org/officeDocument/2006/relationships/oleObject" Target="../embeddings/oleObject7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vmlDrawing" Target="../drawings/vmlDrawing8.v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4.emf"/><Relationship Id="rId4" Type="http://schemas.openxmlformats.org/officeDocument/2006/relationships/tags" Target="../tags/tag54.xml"/><Relationship Id="rId9" Type="http://schemas.openxmlformats.org/officeDocument/2006/relationships/oleObject" Target="../embeddings/oleObject8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" Type="http://schemas.openxmlformats.org/officeDocument/2006/relationships/vmlDrawing" Target="../drawings/vmlDrawing9.vml"/><Relationship Id="rId6" Type="http://schemas.openxmlformats.org/officeDocument/2006/relationships/tags" Target="../tags/tag62.xml"/><Relationship Id="rId11" Type="http://schemas.openxmlformats.org/officeDocument/2006/relationships/image" Target="../media/image4.emf"/><Relationship Id="rId5" Type="http://schemas.openxmlformats.org/officeDocument/2006/relationships/tags" Target="../tags/tag61.xml"/><Relationship Id="rId10" Type="http://schemas.openxmlformats.org/officeDocument/2006/relationships/oleObject" Target="../embeddings/oleObject9.bin"/><Relationship Id="rId4" Type="http://schemas.openxmlformats.org/officeDocument/2006/relationships/tags" Target="../tags/tag60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8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2.emf"/><Relationship Id="rId2" Type="http://schemas.openxmlformats.org/officeDocument/2006/relationships/tags" Target="../tags/tag65.xml"/><Relationship Id="rId1" Type="http://schemas.openxmlformats.org/officeDocument/2006/relationships/vmlDrawing" Target="../drawings/vmlDrawing10.vml"/><Relationship Id="rId6" Type="http://schemas.openxmlformats.org/officeDocument/2006/relationships/tags" Target="../tags/tag69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image" Target="../media/image8.png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2.emf"/><Relationship Id="rId2" Type="http://schemas.openxmlformats.org/officeDocument/2006/relationships/tags" Target="../tags/tag73.xml"/><Relationship Id="rId1" Type="http://schemas.openxmlformats.org/officeDocument/2006/relationships/vmlDrawing" Target="../drawings/vmlDrawing11.vml"/><Relationship Id="rId6" Type="http://schemas.openxmlformats.org/officeDocument/2006/relationships/tags" Target="../tags/tag77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7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image" Target="../media/image3.png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2.emf"/><Relationship Id="rId2" Type="http://schemas.openxmlformats.org/officeDocument/2006/relationships/tags" Target="../tags/tag81.xml"/><Relationship Id="rId1" Type="http://schemas.openxmlformats.org/officeDocument/2006/relationships/vmlDrawing" Target="../drawings/vmlDrawing12.vml"/><Relationship Id="rId6" Type="http://schemas.openxmlformats.org/officeDocument/2006/relationships/tags" Target="../tags/tag85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8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83.xml"/><Relationship Id="rId9" Type="http://schemas.openxmlformats.org/officeDocument/2006/relationships/tags" Target="../tags/tag88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8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9.emf"/><Relationship Id="rId2" Type="http://schemas.openxmlformats.org/officeDocument/2006/relationships/tags" Target="../tags/tag89.xml"/><Relationship Id="rId1" Type="http://schemas.openxmlformats.org/officeDocument/2006/relationships/vmlDrawing" Target="../drawings/vmlDrawing13.vml"/><Relationship Id="rId6" Type="http://schemas.openxmlformats.org/officeDocument/2006/relationships/tags" Target="../tags/tag93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image" Target="../media/image3.png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2.emf"/><Relationship Id="rId2" Type="http://schemas.openxmlformats.org/officeDocument/2006/relationships/tags" Target="../tags/tag97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01.xml"/><Relationship Id="rId11" Type="http://schemas.openxmlformats.org/officeDocument/2006/relationships/oleObject" Target="../embeddings/oleObject14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09.xml"/><Relationship Id="rId11" Type="http://schemas.openxmlformats.org/officeDocument/2006/relationships/image" Target="../media/image3.png"/><Relationship Id="rId5" Type="http://schemas.openxmlformats.org/officeDocument/2006/relationships/tags" Target="../tags/tag108.xml"/><Relationship Id="rId10" Type="http://schemas.openxmlformats.org/officeDocument/2006/relationships/image" Target="../media/image4.emf"/><Relationship Id="rId4" Type="http://schemas.openxmlformats.org/officeDocument/2006/relationships/tags" Target="../tags/tag107.xml"/><Relationship Id="rId9" Type="http://schemas.openxmlformats.org/officeDocument/2006/relationships/oleObject" Target="../embeddings/oleObject15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12.xml"/><Relationship Id="rId7" Type="http://schemas.openxmlformats.org/officeDocument/2006/relationships/oleObject" Target="../embeddings/oleObject16.bin"/><Relationship Id="rId2" Type="http://schemas.openxmlformats.org/officeDocument/2006/relationships/tags" Target="../tags/tag111.xml"/><Relationship Id="rId1" Type="http://schemas.openxmlformats.org/officeDocument/2006/relationships/vmlDrawing" Target="../drawings/vmlDrawing16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9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11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18.v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11.png"/><Relationship Id="rId4" Type="http://schemas.openxmlformats.org/officeDocument/2006/relationships/tags" Target="../tags/tag119.xml"/><Relationship Id="rId9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think-cell Slide" r:id="rId8" imgW="5715" imgH="5715" progId="TCLayout.ActiveDocument.1">
                  <p:embed/>
                </p:oleObj>
              </mc:Choice>
              <mc:Fallback>
                <p:oleObj name="think-cell Slide" r:id="rId8" imgW="5715" imgH="5715" progId="TCLayout.ActiveDocument.1">
                  <p:embed/>
                  <p:pic>
                    <p:nvPicPr>
                      <p:cNvPr id="0" name="Picture 519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551942" y="411318"/>
            <a:ext cx="2751698" cy="110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 userDrawn="1"/>
        </p:nvPicPr>
        <p:blipFill rotWithShape="1">
          <a:blip r:embed="rId11" cstate="screen"/>
          <a:srcRect l="13596" r="15817"/>
          <a:stretch>
            <a:fillRect/>
          </a:stretch>
        </p:blipFill>
        <p:spPr bwMode="ltGray">
          <a:xfrm>
            <a:off x="5742039" y="0"/>
            <a:ext cx="64499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 userDrawn="1"/>
        </p:nvSpPr>
        <p:spPr bwMode="ltGray">
          <a:xfrm>
            <a:off x="5614219" y="0"/>
            <a:ext cx="127820" cy="6858000"/>
          </a:xfrm>
          <a:prstGeom prst="rect">
            <a:avLst/>
          </a:prstGeom>
          <a:solidFill>
            <a:srgbClr val="007D5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ltGray">
          <a:xfrm>
            <a:off x="550800" y="6214613"/>
            <a:ext cx="4845969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 bwMode="ltGray">
          <a:xfrm>
            <a:off x="551941" y="4769667"/>
            <a:ext cx="4845969" cy="61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ltGray">
          <a:xfrm>
            <a:off x="551941" y="2617296"/>
            <a:ext cx="4845969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" name="think-cell Slide" r:id="rId8" imgW="5715" imgH="5715" progId="TCLayout.ActiveDocument.1">
                  <p:embed/>
                </p:oleObj>
              </mc:Choice>
              <mc:Fallback>
                <p:oleObj name="think-cell Slide" r:id="rId8" imgW="5715" imgH="5715" progId="TCLayout.ActiveDocument.1">
                  <p:embed/>
                  <p:pic>
                    <p:nvPicPr>
                      <p:cNvPr id="0" name="Picture 62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10" cstate="screen"/>
          <a:srcRect/>
          <a:stretch>
            <a:fillRect/>
          </a:stretch>
        </p:blipFill>
        <p:spPr bwMode="ltGray">
          <a:xfrm>
            <a:off x="0" y="1274660"/>
            <a:ext cx="12192000" cy="558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 bwMode="ltGray">
          <a:xfrm>
            <a:off x="0" y="3900668"/>
            <a:ext cx="12192000" cy="2957332"/>
          </a:xfrm>
          <a:prstGeom prst="rect">
            <a:avLst/>
          </a:prstGeom>
          <a:gradFill flip="none" rotWithShape="1">
            <a:gsLst>
              <a:gs pos="0">
                <a:srgbClr val="007D53"/>
              </a:gs>
              <a:gs pos="100000">
                <a:srgbClr val="007D53">
                  <a:alpha val="0"/>
                </a:srgbClr>
              </a:gs>
            </a:gsLst>
            <a:lin ang="162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rgbClr val="FFFFFF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551943" y="154206"/>
            <a:ext cx="2279748" cy="91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 userDrawn="1"/>
        </p:nvSpPr>
        <p:spPr bwMode="ltGray">
          <a:xfrm>
            <a:off x="0" y="1173480"/>
            <a:ext cx="12192000" cy="105806"/>
          </a:xfrm>
          <a:prstGeom prst="rect">
            <a:avLst/>
          </a:prstGeom>
          <a:solidFill>
            <a:srgbClr val="007D5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rgbClr val="FFFFFF"/>
              </a:solidFill>
            </a:endParaRPr>
          </a:p>
        </p:txBody>
      </p:sp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ltGray">
          <a:xfrm>
            <a:off x="550800" y="6365085"/>
            <a:ext cx="11088118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 bwMode="ltGray">
          <a:xfrm>
            <a:off x="551941" y="5979705"/>
            <a:ext cx="11088118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ltGray">
          <a:xfrm>
            <a:off x="551941" y="4547884"/>
            <a:ext cx="11088118" cy="135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3" name="think-cell Slide" r:id="rId10" imgW="8255" imgH="8255" progId="TCLayout.ActiveDocument.1">
                  <p:embed/>
                </p:oleObj>
              </mc:Choice>
              <mc:Fallback>
                <p:oleObj name="think-cell Slide" r:id="rId10" imgW="8255" imgH="8255" progId="TCLayout.ActiveDocument.1">
                  <p:embed/>
                  <p:pic>
                    <p:nvPicPr>
                      <p:cNvPr id="0" name="Picture 724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" name="5. Source" hidden="1"/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1" name="1. On-page tracker"/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7" name="think-cell Slide" r:id="rId9" imgW="5715" imgH="5715" progId="TCLayout.ActiveDocument.1">
                  <p:embed/>
                </p:oleObj>
              </mc:Choice>
              <mc:Fallback>
                <p:oleObj name="think-cell Slide" r:id="rId9" imgW="5715" imgH="5715" progId="TCLayout.ActiveDocument.1">
                  <p:embed/>
                  <p:pic>
                    <p:nvPicPr>
                      <p:cNvPr id="0" name="Picture 82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5. Source" hidden="1"/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1" name="1. On-page tracker"/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1" name="think-cell Slide" r:id="rId9" imgW="5715" imgH="5715" progId="TCLayout.ActiveDocument.1">
                  <p:embed/>
                </p:oleObj>
              </mc:Choice>
              <mc:Fallback>
                <p:oleObj name="think-cell Slide" r:id="rId9" imgW="5715" imgH="5715" progId="TCLayout.ActiveDocument.1">
                  <p:embed/>
                  <p:pic>
                    <p:nvPicPr>
                      <p:cNvPr id="0" name="Picture 92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" name="5. Source" hidden="1"/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5" name="think-cell Slide" r:id="rId9" imgW="5715" imgH="5715" progId="TCLayout.ActiveDocument.1">
                  <p:embed/>
                </p:oleObj>
              </mc:Choice>
              <mc:Fallback>
                <p:oleObj name="think-cell Slide" r:id="rId9" imgW="5715" imgH="5715" progId="TCLayout.ActiveDocument.1">
                  <p:embed/>
                  <p:pic>
                    <p:nvPicPr>
                      <p:cNvPr id="0" name="Picture 103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5. Source" hidden="1"/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9" name="think-cell Slide" r:id="rId10" imgW="5715" imgH="5715" progId="TCLayout.ActiveDocument.1">
                  <p:embed/>
                </p:oleObj>
              </mc:Choice>
              <mc:Fallback>
                <p:oleObj name="think-cell Slide" r:id="rId10" imgW="5715" imgH="5715" progId="TCLayout.ActiveDocument.1">
                  <p:embed/>
                  <p:pic>
                    <p:nvPicPr>
                      <p:cNvPr id="0" name="Picture 1134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34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5. Source" hidden="1"/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think-cell Slide" r:id="rId11" imgW="8255" imgH="8255" progId="TCLayout.ActiveDocument.1">
                  <p:embed/>
                </p:oleObj>
              </mc:Choice>
              <mc:Fallback>
                <p:oleObj name="think-cell Slide" r:id="rId11" imgW="8255" imgH="8255" progId="TCLayout.ActiveDocument.1">
                  <p:embed/>
                  <p:pic>
                    <p:nvPicPr>
                      <p:cNvPr id="0" name="Picture 1236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FFF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7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/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0139363" y="6334318"/>
            <a:ext cx="1150937" cy="46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7" name="think-cell Slide" r:id="rId11" imgW="8255" imgH="8255" progId="TCLayout.ActiveDocument.1">
                  <p:embed/>
                </p:oleObj>
              </mc:Choice>
              <mc:Fallback>
                <p:oleObj name="think-cell Slide" r:id="rId11" imgW="8255" imgH="8255" progId="TCLayout.ActiveDocument.1">
                  <p:embed/>
                  <p:pic>
                    <p:nvPicPr>
                      <p:cNvPr id="0" name="Picture 133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FFF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7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/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0139363" y="6334318"/>
            <a:ext cx="1150937" cy="46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" name="think-cell Slide" r:id="rId11" imgW="8255" imgH="8255" progId="TCLayout.ActiveDocument.1">
                  <p:embed/>
                </p:oleObj>
              </mc:Choice>
              <mc:Fallback>
                <p:oleObj name="think-cell Slide" r:id="rId11" imgW="8255" imgH="8255" progId="TCLayout.ActiveDocument.1">
                  <p:embed/>
                  <p:pic>
                    <p:nvPicPr>
                      <p:cNvPr id="0" name="Picture 144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FFF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8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/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74" y="6217919"/>
            <a:ext cx="560918" cy="60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" name="think-cell Slide" r:id="rId11" imgW="5715" imgH="5715" progId="TCLayout.ActiveDocument.1">
                  <p:embed/>
                </p:oleObj>
              </mc:Choice>
              <mc:Fallback>
                <p:oleObj name="think-cell Slide" r:id="rId11" imgW="5715" imgH="5715" progId="TCLayout.ActiveDocument.1">
                  <p:embed/>
                  <p:pic>
                    <p:nvPicPr>
                      <p:cNvPr id="0" name="Picture 154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/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FFF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7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/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10139363" y="6334318"/>
            <a:ext cx="1150937" cy="46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think-cell Slide" r:id="rId11" imgW="8255" imgH="8255" progId="TCLayout.ActiveDocument.1">
                  <p:embed/>
                </p:oleObj>
              </mc:Choice>
              <mc:Fallback>
                <p:oleObj name="think-cell Slide" r:id="rId11" imgW="8255" imgH="8255" progId="TCLayout.ActiveDocument.1">
                  <p:embed/>
                  <p:pic>
                    <p:nvPicPr>
                      <p:cNvPr id="0" name="Picture 1646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FFF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>
              <a:solidFill>
                <a:srgbClr val="F0F0F0"/>
              </a:solidFill>
            </a:endParaRPr>
          </a:p>
        </p:txBody>
      </p:sp>
      <p:sp>
        <p:nvSpPr>
          <p:cNvPr id="18" name="Slide Number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/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74" y="6217919"/>
            <a:ext cx="560918" cy="60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3" name="think-cell Slide" r:id="rId9" imgW="5715" imgH="5715" progId="TCLayout.ActiveDocument.1">
                  <p:embed/>
                </p:oleObj>
              </mc:Choice>
              <mc:Fallback>
                <p:oleObj name="think-cell Slide" r:id="rId9" imgW="5715" imgH="5715" progId="TCLayout.ActiveDocument.1">
                  <p:embed/>
                  <p:pic>
                    <p:nvPicPr>
                      <p:cNvPr id="0" name="Picture 174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" name="2. Slide Title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/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8" name="1. On-page tracker"/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11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74" y="6217919"/>
            <a:ext cx="560918" cy="60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97" name="think-cell Slide" r:id="rId7" imgW="5715" imgH="5715" progId="TCLayout.ActiveDocument.1">
                  <p:embed/>
                </p:oleObj>
              </mc:Choice>
              <mc:Fallback>
                <p:oleObj name="think-cell Slide" r:id="rId7" imgW="5715" imgH="5715" progId="TCLayout.ActiveDocument.1">
                  <p:embed/>
                  <p:pic>
                    <p:nvPicPr>
                      <p:cNvPr id="0" name="Picture 185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>
              <a:defRPr/>
            </a:pPr>
            <a:fld id="{4ABDCABE-3F10-B64C-92F1-862014417034}" type="slidenum">
              <a:rPr lang="en-US" sz="900">
                <a:solidFill>
                  <a:srgbClr val="000000"/>
                </a:solidFill>
                <a:cs typeface="Arial" panose="020B0604020202020204" pitchFamily="34" charset="0"/>
              </a:rPr>
              <a:t>‹#›</a:t>
            </a:fld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5. Source" hidden="1"/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sp>
        <p:nvSpPr>
          <p:cNvPr id="8" name="1. On-page tracker"/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74" y="6217919"/>
            <a:ext cx="560918" cy="60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1" name="think-cell Slide" r:id="rId5" imgW="5715" imgH="5715" progId="TCLayout.ActiveDocument.1">
                  <p:embed/>
                </p:oleObj>
              </mc:Choice>
              <mc:Fallback>
                <p:oleObj name="think-cell Slide" r:id="rId5" imgW="5715" imgH="5715" progId="TCLayout.ActiveDocument.1">
                  <p:embed/>
                  <p:pic>
                    <p:nvPicPr>
                      <p:cNvPr id="0" name="Picture 195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/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sz="800">
                <a:solidFill>
                  <a:srgbClr val="000000"/>
                </a:solidFill>
              </a:rPr>
              <a:t>Source: …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470" y="2031364"/>
            <a:ext cx="2608275" cy="279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FD7B5-20DA-AF42-8C23-3537CFF2A5A4}" type="datetimeFigureOut">
              <a:rPr lang="en-US">
                <a:solidFill>
                  <a:srgbClr val="000000"/>
                </a:solidFill>
              </a:rPr>
              <a:t>1/26/2026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6FC8-5FFB-3A47-A0CB-D349A8BF1996}" type="slidenum">
              <a:rPr lang="en-US">
                <a:solidFill>
                  <a:srgbClr val="000000"/>
                </a:solidFill>
              </a:r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5" name="think-cell Slide" r:id="rId8" imgW="5715" imgH="5715" progId="TCLayout.ActiveDocument.1">
                  <p:embed/>
                </p:oleObj>
              </mc:Choice>
              <mc:Fallback>
                <p:oleObj name="think-cell Slide" r:id="rId8" imgW="5715" imgH="5715" progId="TCLayout.ActiveDocument.1">
                  <p:embed/>
                  <p:pic>
                    <p:nvPicPr>
                      <p:cNvPr id="0" name="Picture 205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44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 bwMode="ltGray">
          <a:xfrm>
            <a:off x="550800" y="6214613"/>
            <a:ext cx="4845969" cy="21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 bwMode="ltGray">
          <a:xfrm>
            <a:off x="551941" y="5455088"/>
            <a:ext cx="10618979" cy="61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 bwMode="ltGray">
          <a:xfrm>
            <a:off x="551941" y="3979825"/>
            <a:ext cx="10618979" cy="135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Freeform 82"/>
          <p:cNvSpPr>
            <a:spLocks noEditPoints="1"/>
          </p:cNvSpPr>
          <p:nvPr userDrawn="1"/>
        </p:nvSpPr>
        <p:spPr bwMode="gray">
          <a:xfrm>
            <a:off x="6096000" y="191549"/>
            <a:ext cx="4601942" cy="3703975"/>
          </a:xfrm>
          <a:custGeom>
            <a:avLst/>
            <a:gdLst>
              <a:gd name="T0" fmla="*/ 1263 w 4228"/>
              <a:gd name="T1" fmla="*/ 3347 h 3403"/>
              <a:gd name="T2" fmla="*/ 1266 w 4228"/>
              <a:gd name="T3" fmla="*/ 3344 h 3403"/>
              <a:gd name="T4" fmla="*/ 1197 w 4228"/>
              <a:gd name="T5" fmla="*/ 3385 h 3403"/>
              <a:gd name="T6" fmla="*/ 1042 w 4228"/>
              <a:gd name="T7" fmla="*/ 3284 h 3403"/>
              <a:gd name="T8" fmla="*/ 935 w 4228"/>
              <a:gd name="T9" fmla="*/ 3031 h 3403"/>
              <a:gd name="T10" fmla="*/ 996 w 4228"/>
              <a:gd name="T11" fmla="*/ 2976 h 3403"/>
              <a:gd name="T12" fmla="*/ 962 w 4228"/>
              <a:gd name="T13" fmla="*/ 2931 h 3403"/>
              <a:gd name="T14" fmla="*/ 775 w 4228"/>
              <a:gd name="T15" fmla="*/ 2789 h 3403"/>
              <a:gd name="T16" fmla="*/ 539 w 4228"/>
              <a:gd name="T17" fmla="*/ 2653 h 3403"/>
              <a:gd name="T18" fmla="*/ 184 w 4228"/>
              <a:gd name="T19" fmla="*/ 2648 h 3403"/>
              <a:gd name="T20" fmla="*/ 14 w 4228"/>
              <a:gd name="T21" fmla="*/ 2454 h 3403"/>
              <a:gd name="T22" fmla="*/ 12 w 4228"/>
              <a:gd name="T23" fmla="*/ 2097 h 3403"/>
              <a:gd name="T24" fmla="*/ 25 w 4228"/>
              <a:gd name="T25" fmla="*/ 1832 h 3403"/>
              <a:gd name="T26" fmla="*/ 172 w 4228"/>
              <a:gd name="T27" fmla="*/ 1621 h 3403"/>
              <a:gd name="T28" fmla="*/ 355 w 4228"/>
              <a:gd name="T29" fmla="*/ 1311 h 3403"/>
              <a:gd name="T30" fmla="*/ 372 w 4228"/>
              <a:gd name="T31" fmla="*/ 1005 h 3403"/>
              <a:gd name="T32" fmla="*/ 340 w 4228"/>
              <a:gd name="T33" fmla="*/ 626 h 3403"/>
              <a:gd name="T34" fmla="*/ 517 w 4228"/>
              <a:gd name="T35" fmla="*/ 209 h 3403"/>
              <a:gd name="T36" fmla="*/ 959 w 4228"/>
              <a:gd name="T37" fmla="*/ 12 h 3403"/>
              <a:gd name="T38" fmla="*/ 1311 w 4228"/>
              <a:gd name="T39" fmla="*/ 93 h 3403"/>
              <a:gd name="T40" fmla="*/ 1605 w 4228"/>
              <a:gd name="T41" fmla="*/ 270 h 3403"/>
              <a:gd name="T42" fmla="*/ 1987 w 4228"/>
              <a:gd name="T43" fmla="*/ 258 h 3403"/>
              <a:gd name="T44" fmla="*/ 2329 w 4228"/>
              <a:gd name="T45" fmla="*/ 379 h 3403"/>
              <a:gd name="T46" fmla="*/ 2582 w 4228"/>
              <a:gd name="T47" fmla="*/ 256 h 3403"/>
              <a:gd name="T48" fmla="*/ 3036 w 4228"/>
              <a:gd name="T49" fmla="*/ 182 h 3403"/>
              <a:gd name="T50" fmla="*/ 3381 w 4228"/>
              <a:gd name="T51" fmla="*/ 285 h 3403"/>
              <a:gd name="T52" fmla="*/ 3570 w 4228"/>
              <a:gd name="T53" fmla="*/ 161 h 3403"/>
              <a:gd name="T54" fmla="*/ 3762 w 4228"/>
              <a:gd name="T55" fmla="*/ 64 h 3403"/>
              <a:gd name="T56" fmla="*/ 4160 w 4228"/>
              <a:gd name="T57" fmla="*/ 544 h 3403"/>
              <a:gd name="T58" fmla="*/ 4190 w 4228"/>
              <a:gd name="T59" fmla="*/ 777 h 3403"/>
              <a:gd name="T60" fmla="*/ 3986 w 4228"/>
              <a:gd name="T61" fmla="*/ 913 h 3403"/>
              <a:gd name="T62" fmla="*/ 3830 w 4228"/>
              <a:gd name="T63" fmla="*/ 1163 h 3403"/>
              <a:gd name="T64" fmla="*/ 3724 w 4228"/>
              <a:gd name="T65" fmla="*/ 1417 h 3403"/>
              <a:gd name="T66" fmla="*/ 3609 w 4228"/>
              <a:gd name="T67" fmla="*/ 1605 h 3403"/>
              <a:gd name="T68" fmla="*/ 3527 w 4228"/>
              <a:gd name="T69" fmla="*/ 1857 h 3403"/>
              <a:gd name="T70" fmla="*/ 3368 w 4228"/>
              <a:gd name="T71" fmla="*/ 2039 h 3403"/>
              <a:gd name="T72" fmla="*/ 3232 w 4228"/>
              <a:gd name="T73" fmla="*/ 2316 h 3403"/>
              <a:gd name="T74" fmla="*/ 3135 w 4228"/>
              <a:gd name="T75" fmla="*/ 2550 h 3403"/>
              <a:gd name="T76" fmla="*/ 2934 w 4228"/>
              <a:gd name="T77" fmla="*/ 2548 h 3403"/>
              <a:gd name="T78" fmla="*/ 2781 w 4228"/>
              <a:gd name="T79" fmla="*/ 2437 h 3403"/>
              <a:gd name="T80" fmla="*/ 2543 w 4228"/>
              <a:gd name="T81" fmla="*/ 2519 h 3403"/>
              <a:gd name="T82" fmla="*/ 2354 w 4228"/>
              <a:gd name="T83" fmla="*/ 2667 h 3403"/>
              <a:gd name="T84" fmla="*/ 2181 w 4228"/>
              <a:gd name="T85" fmla="*/ 2908 h 3403"/>
              <a:gd name="T86" fmla="*/ 2120 w 4228"/>
              <a:gd name="T87" fmla="*/ 3152 h 3403"/>
              <a:gd name="T88" fmla="*/ 1955 w 4228"/>
              <a:gd name="T89" fmla="*/ 3143 h 3403"/>
              <a:gd name="T90" fmla="*/ 1979 w 4228"/>
              <a:gd name="T91" fmla="*/ 3310 h 3403"/>
              <a:gd name="T92" fmla="*/ 1683 w 4228"/>
              <a:gd name="T93" fmla="*/ 3306 h 3403"/>
              <a:gd name="T94" fmla="*/ 1571 w 4228"/>
              <a:gd name="T95" fmla="*/ 3261 h 3403"/>
              <a:gd name="T96" fmla="*/ 1484 w 4228"/>
              <a:gd name="T97" fmla="*/ 3284 h 3403"/>
              <a:gd name="T98" fmla="*/ 1465 w 4228"/>
              <a:gd name="T99" fmla="*/ 3344 h 3403"/>
              <a:gd name="T100" fmla="*/ 1409 w 4228"/>
              <a:gd name="T101" fmla="*/ 3349 h 3403"/>
              <a:gd name="T102" fmla="*/ 1700 w 4228"/>
              <a:gd name="T103" fmla="*/ 3325 h 3403"/>
              <a:gd name="T104" fmla="*/ 1577 w 4228"/>
              <a:gd name="T105" fmla="*/ 3315 h 3403"/>
              <a:gd name="T106" fmla="*/ 1671 w 4228"/>
              <a:gd name="T107" fmla="*/ 3315 h 3403"/>
              <a:gd name="T108" fmla="*/ 1564 w 4228"/>
              <a:gd name="T109" fmla="*/ 3339 h 3403"/>
              <a:gd name="T110" fmla="*/ 1637 w 4228"/>
              <a:gd name="T111" fmla="*/ 3295 h 3403"/>
              <a:gd name="T112" fmla="*/ 1540 w 4228"/>
              <a:gd name="T113" fmla="*/ 3293 h 3403"/>
              <a:gd name="T114" fmla="*/ 1515 w 4228"/>
              <a:gd name="T115" fmla="*/ 3354 h 3403"/>
              <a:gd name="T116" fmla="*/ 1588 w 4228"/>
              <a:gd name="T117" fmla="*/ 3289 h 3403"/>
              <a:gd name="T118" fmla="*/ 1550 w 4228"/>
              <a:gd name="T119" fmla="*/ 3296 h 3403"/>
              <a:gd name="T120" fmla="*/ 1960 w 4228"/>
              <a:gd name="T121" fmla="*/ 3204 h 3403"/>
              <a:gd name="T122" fmla="*/ 1987 w 4228"/>
              <a:gd name="T123" fmla="*/ 3194 h 3403"/>
              <a:gd name="T124" fmla="*/ 1962 w 4228"/>
              <a:gd name="T125" fmla="*/ 3179 h 3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228" h="3403">
                <a:moveTo>
                  <a:pt x="1260" y="3371"/>
                </a:moveTo>
                <a:lnTo>
                  <a:pt x="1258" y="3369"/>
                </a:lnTo>
                <a:lnTo>
                  <a:pt x="1261" y="3366"/>
                </a:lnTo>
                <a:lnTo>
                  <a:pt x="1260" y="3371"/>
                </a:lnTo>
                <a:close/>
                <a:moveTo>
                  <a:pt x="1222" y="3368"/>
                </a:moveTo>
                <a:lnTo>
                  <a:pt x="1209" y="3368"/>
                </a:lnTo>
                <a:lnTo>
                  <a:pt x="1204" y="3371"/>
                </a:lnTo>
                <a:lnTo>
                  <a:pt x="1200" y="3363"/>
                </a:lnTo>
                <a:lnTo>
                  <a:pt x="1209" y="3354"/>
                </a:lnTo>
                <a:lnTo>
                  <a:pt x="1219" y="3349"/>
                </a:lnTo>
                <a:lnTo>
                  <a:pt x="1222" y="3359"/>
                </a:lnTo>
                <a:lnTo>
                  <a:pt x="1222" y="3368"/>
                </a:lnTo>
                <a:close/>
                <a:moveTo>
                  <a:pt x="1290" y="3349"/>
                </a:moveTo>
                <a:lnTo>
                  <a:pt x="1297" y="3358"/>
                </a:lnTo>
                <a:lnTo>
                  <a:pt x="1295" y="3366"/>
                </a:lnTo>
                <a:lnTo>
                  <a:pt x="1307" y="3371"/>
                </a:lnTo>
                <a:lnTo>
                  <a:pt x="1311" y="3380"/>
                </a:lnTo>
                <a:lnTo>
                  <a:pt x="1321" y="3390"/>
                </a:lnTo>
                <a:lnTo>
                  <a:pt x="1317" y="3392"/>
                </a:lnTo>
                <a:lnTo>
                  <a:pt x="1304" y="3392"/>
                </a:lnTo>
                <a:lnTo>
                  <a:pt x="1299" y="3393"/>
                </a:lnTo>
                <a:lnTo>
                  <a:pt x="1287" y="3393"/>
                </a:lnTo>
                <a:lnTo>
                  <a:pt x="1273" y="3395"/>
                </a:lnTo>
                <a:lnTo>
                  <a:pt x="1258" y="3395"/>
                </a:lnTo>
                <a:lnTo>
                  <a:pt x="1256" y="3392"/>
                </a:lnTo>
                <a:lnTo>
                  <a:pt x="1263" y="3380"/>
                </a:lnTo>
                <a:lnTo>
                  <a:pt x="1265" y="3373"/>
                </a:lnTo>
                <a:lnTo>
                  <a:pt x="1273" y="3364"/>
                </a:lnTo>
                <a:lnTo>
                  <a:pt x="1280" y="3354"/>
                </a:lnTo>
                <a:lnTo>
                  <a:pt x="1283" y="3349"/>
                </a:lnTo>
                <a:lnTo>
                  <a:pt x="1290" y="3349"/>
                </a:lnTo>
                <a:close/>
                <a:moveTo>
                  <a:pt x="1263" y="3347"/>
                </a:moveTo>
                <a:lnTo>
                  <a:pt x="1261" y="3344"/>
                </a:lnTo>
                <a:lnTo>
                  <a:pt x="1261" y="3342"/>
                </a:lnTo>
                <a:lnTo>
                  <a:pt x="1263" y="3347"/>
                </a:lnTo>
                <a:close/>
                <a:moveTo>
                  <a:pt x="1079" y="3325"/>
                </a:moveTo>
                <a:lnTo>
                  <a:pt x="1068" y="3317"/>
                </a:lnTo>
                <a:lnTo>
                  <a:pt x="1066" y="3313"/>
                </a:lnTo>
                <a:lnTo>
                  <a:pt x="1076" y="3320"/>
                </a:lnTo>
                <a:lnTo>
                  <a:pt x="1079" y="3325"/>
                </a:lnTo>
                <a:close/>
                <a:moveTo>
                  <a:pt x="1365" y="3312"/>
                </a:moveTo>
                <a:lnTo>
                  <a:pt x="1363" y="3315"/>
                </a:lnTo>
                <a:lnTo>
                  <a:pt x="1367" y="3320"/>
                </a:lnTo>
                <a:lnTo>
                  <a:pt x="1379" y="3327"/>
                </a:lnTo>
                <a:lnTo>
                  <a:pt x="1384" y="3337"/>
                </a:lnTo>
                <a:lnTo>
                  <a:pt x="1382" y="3349"/>
                </a:lnTo>
                <a:lnTo>
                  <a:pt x="1382" y="3361"/>
                </a:lnTo>
                <a:lnTo>
                  <a:pt x="1382" y="3366"/>
                </a:lnTo>
                <a:lnTo>
                  <a:pt x="1374" y="3371"/>
                </a:lnTo>
                <a:lnTo>
                  <a:pt x="1379" y="3373"/>
                </a:lnTo>
                <a:lnTo>
                  <a:pt x="1384" y="3381"/>
                </a:lnTo>
                <a:lnTo>
                  <a:pt x="1368" y="3383"/>
                </a:lnTo>
                <a:lnTo>
                  <a:pt x="1363" y="3383"/>
                </a:lnTo>
                <a:lnTo>
                  <a:pt x="1358" y="3385"/>
                </a:lnTo>
                <a:lnTo>
                  <a:pt x="1346" y="3385"/>
                </a:lnTo>
                <a:lnTo>
                  <a:pt x="1334" y="3388"/>
                </a:lnTo>
                <a:lnTo>
                  <a:pt x="1324" y="3383"/>
                </a:lnTo>
                <a:lnTo>
                  <a:pt x="1328" y="3378"/>
                </a:lnTo>
                <a:lnTo>
                  <a:pt x="1316" y="3380"/>
                </a:lnTo>
                <a:lnTo>
                  <a:pt x="1306" y="3368"/>
                </a:lnTo>
                <a:lnTo>
                  <a:pt x="1297" y="3364"/>
                </a:lnTo>
                <a:lnTo>
                  <a:pt x="1299" y="3356"/>
                </a:lnTo>
                <a:lnTo>
                  <a:pt x="1294" y="3347"/>
                </a:lnTo>
                <a:lnTo>
                  <a:pt x="1287" y="3346"/>
                </a:lnTo>
                <a:lnTo>
                  <a:pt x="1282" y="3346"/>
                </a:lnTo>
                <a:lnTo>
                  <a:pt x="1280" y="3352"/>
                </a:lnTo>
                <a:lnTo>
                  <a:pt x="1275" y="3356"/>
                </a:lnTo>
                <a:lnTo>
                  <a:pt x="1266" y="3363"/>
                </a:lnTo>
                <a:lnTo>
                  <a:pt x="1265" y="3358"/>
                </a:lnTo>
                <a:lnTo>
                  <a:pt x="1266" y="3344"/>
                </a:lnTo>
                <a:lnTo>
                  <a:pt x="1260" y="3330"/>
                </a:lnTo>
                <a:lnTo>
                  <a:pt x="1261" y="3339"/>
                </a:lnTo>
                <a:lnTo>
                  <a:pt x="1260" y="3346"/>
                </a:lnTo>
                <a:lnTo>
                  <a:pt x="1263" y="3351"/>
                </a:lnTo>
                <a:lnTo>
                  <a:pt x="1260" y="3358"/>
                </a:lnTo>
                <a:lnTo>
                  <a:pt x="1255" y="3349"/>
                </a:lnTo>
                <a:lnTo>
                  <a:pt x="1248" y="3349"/>
                </a:lnTo>
                <a:lnTo>
                  <a:pt x="1256" y="3354"/>
                </a:lnTo>
                <a:lnTo>
                  <a:pt x="1256" y="3361"/>
                </a:lnTo>
                <a:lnTo>
                  <a:pt x="1253" y="3366"/>
                </a:lnTo>
                <a:lnTo>
                  <a:pt x="1249" y="3380"/>
                </a:lnTo>
                <a:lnTo>
                  <a:pt x="1248" y="3388"/>
                </a:lnTo>
                <a:lnTo>
                  <a:pt x="1251" y="3397"/>
                </a:lnTo>
                <a:lnTo>
                  <a:pt x="1249" y="3400"/>
                </a:lnTo>
                <a:lnTo>
                  <a:pt x="1238" y="3400"/>
                </a:lnTo>
                <a:lnTo>
                  <a:pt x="1234" y="3400"/>
                </a:lnTo>
                <a:lnTo>
                  <a:pt x="1219" y="3402"/>
                </a:lnTo>
                <a:lnTo>
                  <a:pt x="1207" y="3403"/>
                </a:lnTo>
                <a:lnTo>
                  <a:pt x="1204" y="3402"/>
                </a:lnTo>
                <a:lnTo>
                  <a:pt x="1204" y="3393"/>
                </a:lnTo>
                <a:lnTo>
                  <a:pt x="1202" y="3381"/>
                </a:lnTo>
                <a:lnTo>
                  <a:pt x="1202" y="3378"/>
                </a:lnTo>
                <a:lnTo>
                  <a:pt x="1209" y="3369"/>
                </a:lnTo>
                <a:lnTo>
                  <a:pt x="1219" y="3371"/>
                </a:lnTo>
                <a:lnTo>
                  <a:pt x="1226" y="3363"/>
                </a:lnTo>
                <a:lnTo>
                  <a:pt x="1221" y="3349"/>
                </a:lnTo>
                <a:lnTo>
                  <a:pt x="1222" y="3344"/>
                </a:lnTo>
                <a:lnTo>
                  <a:pt x="1214" y="3351"/>
                </a:lnTo>
                <a:lnTo>
                  <a:pt x="1200" y="3356"/>
                </a:lnTo>
                <a:lnTo>
                  <a:pt x="1198" y="3361"/>
                </a:lnTo>
                <a:lnTo>
                  <a:pt x="1197" y="3375"/>
                </a:lnTo>
                <a:lnTo>
                  <a:pt x="1195" y="3368"/>
                </a:lnTo>
                <a:lnTo>
                  <a:pt x="1188" y="3369"/>
                </a:lnTo>
                <a:lnTo>
                  <a:pt x="1188" y="3375"/>
                </a:lnTo>
                <a:lnTo>
                  <a:pt x="1197" y="3385"/>
                </a:lnTo>
                <a:lnTo>
                  <a:pt x="1197" y="3397"/>
                </a:lnTo>
                <a:lnTo>
                  <a:pt x="1188" y="3395"/>
                </a:lnTo>
                <a:lnTo>
                  <a:pt x="1181" y="3393"/>
                </a:lnTo>
                <a:lnTo>
                  <a:pt x="1170" y="3390"/>
                </a:lnTo>
                <a:lnTo>
                  <a:pt x="1166" y="3390"/>
                </a:lnTo>
                <a:lnTo>
                  <a:pt x="1164" y="3388"/>
                </a:lnTo>
                <a:lnTo>
                  <a:pt x="1164" y="3378"/>
                </a:lnTo>
                <a:lnTo>
                  <a:pt x="1170" y="3371"/>
                </a:lnTo>
                <a:lnTo>
                  <a:pt x="1164" y="3361"/>
                </a:lnTo>
                <a:lnTo>
                  <a:pt x="1159" y="3368"/>
                </a:lnTo>
                <a:lnTo>
                  <a:pt x="1161" y="3380"/>
                </a:lnTo>
                <a:lnTo>
                  <a:pt x="1149" y="3375"/>
                </a:lnTo>
                <a:lnTo>
                  <a:pt x="1141" y="3371"/>
                </a:lnTo>
                <a:lnTo>
                  <a:pt x="1132" y="3368"/>
                </a:lnTo>
                <a:lnTo>
                  <a:pt x="1124" y="3361"/>
                </a:lnTo>
                <a:lnTo>
                  <a:pt x="1119" y="3349"/>
                </a:lnTo>
                <a:lnTo>
                  <a:pt x="1132" y="3341"/>
                </a:lnTo>
                <a:lnTo>
                  <a:pt x="1122" y="3344"/>
                </a:lnTo>
                <a:lnTo>
                  <a:pt x="1117" y="3346"/>
                </a:lnTo>
                <a:lnTo>
                  <a:pt x="1115" y="3352"/>
                </a:lnTo>
                <a:lnTo>
                  <a:pt x="1108" y="3347"/>
                </a:lnTo>
                <a:lnTo>
                  <a:pt x="1100" y="3341"/>
                </a:lnTo>
                <a:lnTo>
                  <a:pt x="1100" y="3334"/>
                </a:lnTo>
                <a:lnTo>
                  <a:pt x="1095" y="3337"/>
                </a:lnTo>
                <a:lnTo>
                  <a:pt x="1083" y="3329"/>
                </a:lnTo>
                <a:lnTo>
                  <a:pt x="1076" y="3317"/>
                </a:lnTo>
                <a:lnTo>
                  <a:pt x="1068" y="3312"/>
                </a:lnTo>
                <a:lnTo>
                  <a:pt x="1062" y="3310"/>
                </a:lnTo>
                <a:lnTo>
                  <a:pt x="1069" y="3305"/>
                </a:lnTo>
                <a:lnTo>
                  <a:pt x="1068" y="3296"/>
                </a:lnTo>
                <a:lnTo>
                  <a:pt x="1066" y="3305"/>
                </a:lnTo>
                <a:lnTo>
                  <a:pt x="1056" y="3301"/>
                </a:lnTo>
                <a:lnTo>
                  <a:pt x="1052" y="3296"/>
                </a:lnTo>
                <a:lnTo>
                  <a:pt x="1047" y="3289"/>
                </a:lnTo>
                <a:lnTo>
                  <a:pt x="1042" y="3284"/>
                </a:lnTo>
                <a:lnTo>
                  <a:pt x="1035" y="3272"/>
                </a:lnTo>
                <a:lnTo>
                  <a:pt x="1027" y="3262"/>
                </a:lnTo>
                <a:lnTo>
                  <a:pt x="1023" y="3255"/>
                </a:lnTo>
                <a:lnTo>
                  <a:pt x="1022" y="3254"/>
                </a:lnTo>
                <a:lnTo>
                  <a:pt x="1013" y="3244"/>
                </a:lnTo>
                <a:lnTo>
                  <a:pt x="1006" y="3232"/>
                </a:lnTo>
                <a:lnTo>
                  <a:pt x="1006" y="3223"/>
                </a:lnTo>
                <a:lnTo>
                  <a:pt x="998" y="3211"/>
                </a:lnTo>
                <a:lnTo>
                  <a:pt x="991" y="3199"/>
                </a:lnTo>
                <a:lnTo>
                  <a:pt x="989" y="3196"/>
                </a:lnTo>
                <a:lnTo>
                  <a:pt x="983" y="3186"/>
                </a:lnTo>
                <a:lnTo>
                  <a:pt x="981" y="3181"/>
                </a:lnTo>
                <a:lnTo>
                  <a:pt x="976" y="3165"/>
                </a:lnTo>
                <a:lnTo>
                  <a:pt x="979" y="3164"/>
                </a:lnTo>
                <a:lnTo>
                  <a:pt x="977" y="3155"/>
                </a:lnTo>
                <a:lnTo>
                  <a:pt x="976" y="3155"/>
                </a:lnTo>
                <a:lnTo>
                  <a:pt x="974" y="3147"/>
                </a:lnTo>
                <a:lnTo>
                  <a:pt x="966" y="3128"/>
                </a:lnTo>
                <a:lnTo>
                  <a:pt x="960" y="3119"/>
                </a:lnTo>
                <a:lnTo>
                  <a:pt x="959" y="3113"/>
                </a:lnTo>
                <a:lnTo>
                  <a:pt x="954" y="3104"/>
                </a:lnTo>
                <a:lnTo>
                  <a:pt x="954" y="3102"/>
                </a:lnTo>
                <a:lnTo>
                  <a:pt x="962" y="3097"/>
                </a:lnTo>
                <a:lnTo>
                  <a:pt x="964" y="3099"/>
                </a:lnTo>
                <a:lnTo>
                  <a:pt x="977" y="3099"/>
                </a:lnTo>
                <a:lnTo>
                  <a:pt x="984" y="3090"/>
                </a:lnTo>
                <a:lnTo>
                  <a:pt x="969" y="3090"/>
                </a:lnTo>
                <a:lnTo>
                  <a:pt x="955" y="3096"/>
                </a:lnTo>
                <a:lnTo>
                  <a:pt x="952" y="3094"/>
                </a:lnTo>
                <a:lnTo>
                  <a:pt x="945" y="3084"/>
                </a:lnTo>
                <a:lnTo>
                  <a:pt x="947" y="3077"/>
                </a:lnTo>
                <a:lnTo>
                  <a:pt x="943" y="3067"/>
                </a:lnTo>
                <a:lnTo>
                  <a:pt x="942" y="3055"/>
                </a:lnTo>
                <a:lnTo>
                  <a:pt x="938" y="3041"/>
                </a:lnTo>
                <a:lnTo>
                  <a:pt x="935" y="3031"/>
                </a:lnTo>
                <a:lnTo>
                  <a:pt x="933" y="3016"/>
                </a:lnTo>
                <a:lnTo>
                  <a:pt x="945" y="3017"/>
                </a:lnTo>
                <a:lnTo>
                  <a:pt x="945" y="3022"/>
                </a:lnTo>
                <a:lnTo>
                  <a:pt x="947" y="3022"/>
                </a:lnTo>
                <a:lnTo>
                  <a:pt x="945" y="3019"/>
                </a:lnTo>
                <a:lnTo>
                  <a:pt x="950" y="3021"/>
                </a:lnTo>
                <a:lnTo>
                  <a:pt x="957" y="3017"/>
                </a:lnTo>
                <a:lnTo>
                  <a:pt x="972" y="3017"/>
                </a:lnTo>
                <a:lnTo>
                  <a:pt x="974" y="3016"/>
                </a:lnTo>
                <a:lnTo>
                  <a:pt x="981" y="3026"/>
                </a:lnTo>
                <a:lnTo>
                  <a:pt x="984" y="3022"/>
                </a:lnTo>
                <a:lnTo>
                  <a:pt x="998" y="3021"/>
                </a:lnTo>
                <a:lnTo>
                  <a:pt x="1011" y="3016"/>
                </a:lnTo>
                <a:lnTo>
                  <a:pt x="1015" y="3007"/>
                </a:lnTo>
                <a:lnTo>
                  <a:pt x="1006" y="3002"/>
                </a:lnTo>
                <a:lnTo>
                  <a:pt x="1006" y="2999"/>
                </a:lnTo>
                <a:lnTo>
                  <a:pt x="1000" y="2987"/>
                </a:lnTo>
                <a:lnTo>
                  <a:pt x="1000" y="2982"/>
                </a:lnTo>
                <a:lnTo>
                  <a:pt x="1003" y="2968"/>
                </a:lnTo>
                <a:lnTo>
                  <a:pt x="1010" y="2966"/>
                </a:lnTo>
                <a:lnTo>
                  <a:pt x="1020" y="2968"/>
                </a:lnTo>
                <a:lnTo>
                  <a:pt x="1027" y="2966"/>
                </a:lnTo>
                <a:lnTo>
                  <a:pt x="1034" y="2963"/>
                </a:lnTo>
                <a:lnTo>
                  <a:pt x="1039" y="2953"/>
                </a:lnTo>
                <a:lnTo>
                  <a:pt x="1045" y="2958"/>
                </a:lnTo>
                <a:lnTo>
                  <a:pt x="1052" y="2959"/>
                </a:lnTo>
                <a:lnTo>
                  <a:pt x="1052" y="2953"/>
                </a:lnTo>
                <a:lnTo>
                  <a:pt x="1047" y="2958"/>
                </a:lnTo>
                <a:lnTo>
                  <a:pt x="1037" y="2951"/>
                </a:lnTo>
                <a:lnTo>
                  <a:pt x="1030" y="2959"/>
                </a:lnTo>
                <a:lnTo>
                  <a:pt x="1025" y="2961"/>
                </a:lnTo>
                <a:lnTo>
                  <a:pt x="1022" y="2961"/>
                </a:lnTo>
                <a:lnTo>
                  <a:pt x="1008" y="2963"/>
                </a:lnTo>
                <a:lnTo>
                  <a:pt x="1001" y="2965"/>
                </a:lnTo>
                <a:lnTo>
                  <a:pt x="996" y="2976"/>
                </a:lnTo>
                <a:lnTo>
                  <a:pt x="994" y="2983"/>
                </a:lnTo>
                <a:lnTo>
                  <a:pt x="993" y="2992"/>
                </a:lnTo>
                <a:lnTo>
                  <a:pt x="991" y="2997"/>
                </a:lnTo>
                <a:lnTo>
                  <a:pt x="986" y="3004"/>
                </a:lnTo>
                <a:lnTo>
                  <a:pt x="984" y="3004"/>
                </a:lnTo>
                <a:lnTo>
                  <a:pt x="971" y="2997"/>
                </a:lnTo>
                <a:lnTo>
                  <a:pt x="967" y="2995"/>
                </a:lnTo>
                <a:lnTo>
                  <a:pt x="974" y="2987"/>
                </a:lnTo>
                <a:lnTo>
                  <a:pt x="971" y="2982"/>
                </a:lnTo>
                <a:lnTo>
                  <a:pt x="966" y="2995"/>
                </a:lnTo>
                <a:lnTo>
                  <a:pt x="972" y="3009"/>
                </a:lnTo>
                <a:lnTo>
                  <a:pt x="969" y="3007"/>
                </a:lnTo>
                <a:lnTo>
                  <a:pt x="955" y="3007"/>
                </a:lnTo>
                <a:lnTo>
                  <a:pt x="943" y="3007"/>
                </a:lnTo>
                <a:lnTo>
                  <a:pt x="940" y="3004"/>
                </a:lnTo>
                <a:lnTo>
                  <a:pt x="933" y="3002"/>
                </a:lnTo>
                <a:lnTo>
                  <a:pt x="921" y="2995"/>
                </a:lnTo>
                <a:lnTo>
                  <a:pt x="909" y="2992"/>
                </a:lnTo>
                <a:lnTo>
                  <a:pt x="901" y="2985"/>
                </a:lnTo>
                <a:lnTo>
                  <a:pt x="894" y="2980"/>
                </a:lnTo>
                <a:lnTo>
                  <a:pt x="891" y="2975"/>
                </a:lnTo>
                <a:lnTo>
                  <a:pt x="882" y="2965"/>
                </a:lnTo>
                <a:lnTo>
                  <a:pt x="879" y="2959"/>
                </a:lnTo>
                <a:lnTo>
                  <a:pt x="877" y="2953"/>
                </a:lnTo>
                <a:lnTo>
                  <a:pt x="884" y="2944"/>
                </a:lnTo>
                <a:lnTo>
                  <a:pt x="891" y="2937"/>
                </a:lnTo>
                <a:lnTo>
                  <a:pt x="892" y="2934"/>
                </a:lnTo>
                <a:lnTo>
                  <a:pt x="898" y="2932"/>
                </a:lnTo>
                <a:lnTo>
                  <a:pt x="904" y="2932"/>
                </a:lnTo>
                <a:lnTo>
                  <a:pt x="913" y="2934"/>
                </a:lnTo>
                <a:lnTo>
                  <a:pt x="923" y="2934"/>
                </a:lnTo>
                <a:lnTo>
                  <a:pt x="937" y="2937"/>
                </a:lnTo>
                <a:lnTo>
                  <a:pt x="952" y="2937"/>
                </a:lnTo>
                <a:lnTo>
                  <a:pt x="955" y="2939"/>
                </a:lnTo>
                <a:lnTo>
                  <a:pt x="962" y="2931"/>
                </a:lnTo>
                <a:lnTo>
                  <a:pt x="962" y="2920"/>
                </a:lnTo>
                <a:lnTo>
                  <a:pt x="960" y="2920"/>
                </a:lnTo>
                <a:lnTo>
                  <a:pt x="955" y="2932"/>
                </a:lnTo>
                <a:lnTo>
                  <a:pt x="952" y="2934"/>
                </a:lnTo>
                <a:lnTo>
                  <a:pt x="945" y="2934"/>
                </a:lnTo>
                <a:lnTo>
                  <a:pt x="935" y="2929"/>
                </a:lnTo>
                <a:lnTo>
                  <a:pt x="928" y="2917"/>
                </a:lnTo>
                <a:lnTo>
                  <a:pt x="930" y="2915"/>
                </a:lnTo>
                <a:lnTo>
                  <a:pt x="935" y="2902"/>
                </a:lnTo>
                <a:lnTo>
                  <a:pt x="935" y="2895"/>
                </a:lnTo>
                <a:lnTo>
                  <a:pt x="926" y="2908"/>
                </a:lnTo>
                <a:lnTo>
                  <a:pt x="925" y="2915"/>
                </a:lnTo>
                <a:lnTo>
                  <a:pt x="923" y="2925"/>
                </a:lnTo>
                <a:lnTo>
                  <a:pt x="909" y="2924"/>
                </a:lnTo>
                <a:lnTo>
                  <a:pt x="903" y="2925"/>
                </a:lnTo>
                <a:lnTo>
                  <a:pt x="891" y="2931"/>
                </a:lnTo>
                <a:lnTo>
                  <a:pt x="884" y="2936"/>
                </a:lnTo>
                <a:lnTo>
                  <a:pt x="882" y="2936"/>
                </a:lnTo>
                <a:lnTo>
                  <a:pt x="870" y="2925"/>
                </a:lnTo>
                <a:lnTo>
                  <a:pt x="864" y="2917"/>
                </a:lnTo>
                <a:lnTo>
                  <a:pt x="857" y="2903"/>
                </a:lnTo>
                <a:lnTo>
                  <a:pt x="850" y="2891"/>
                </a:lnTo>
                <a:lnTo>
                  <a:pt x="850" y="2876"/>
                </a:lnTo>
                <a:lnTo>
                  <a:pt x="838" y="2871"/>
                </a:lnTo>
                <a:lnTo>
                  <a:pt x="835" y="2868"/>
                </a:lnTo>
                <a:lnTo>
                  <a:pt x="831" y="2857"/>
                </a:lnTo>
                <a:lnTo>
                  <a:pt x="824" y="2847"/>
                </a:lnTo>
                <a:lnTo>
                  <a:pt x="823" y="2844"/>
                </a:lnTo>
                <a:lnTo>
                  <a:pt x="818" y="2839"/>
                </a:lnTo>
                <a:lnTo>
                  <a:pt x="813" y="2830"/>
                </a:lnTo>
                <a:lnTo>
                  <a:pt x="807" y="2823"/>
                </a:lnTo>
                <a:lnTo>
                  <a:pt x="799" y="2813"/>
                </a:lnTo>
                <a:lnTo>
                  <a:pt x="792" y="2808"/>
                </a:lnTo>
                <a:lnTo>
                  <a:pt x="782" y="2796"/>
                </a:lnTo>
                <a:lnTo>
                  <a:pt x="775" y="2789"/>
                </a:lnTo>
                <a:lnTo>
                  <a:pt x="765" y="2779"/>
                </a:lnTo>
                <a:lnTo>
                  <a:pt x="762" y="2776"/>
                </a:lnTo>
                <a:lnTo>
                  <a:pt x="758" y="2771"/>
                </a:lnTo>
                <a:lnTo>
                  <a:pt x="746" y="2760"/>
                </a:lnTo>
                <a:lnTo>
                  <a:pt x="745" y="2759"/>
                </a:lnTo>
                <a:lnTo>
                  <a:pt x="738" y="2754"/>
                </a:lnTo>
                <a:lnTo>
                  <a:pt x="738" y="2752"/>
                </a:lnTo>
                <a:lnTo>
                  <a:pt x="736" y="2750"/>
                </a:lnTo>
                <a:lnTo>
                  <a:pt x="733" y="2749"/>
                </a:lnTo>
                <a:lnTo>
                  <a:pt x="722" y="2740"/>
                </a:lnTo>
                <a:lnTo>
                  <a:pt x="717" y="2737"/>
                </a:lnTo>
                <a:lnTo>
                  <a:pt x="714" y="2733"/>
                </a:lnTo>
                <a:lnTo>
                  <a:pt x="707" y="2728"/>
                </a:lnTo>
                <a:lnTo>
                  <a:pt x="700" y="2721"/>
                </a:lnTo>
                <a:lnTo>
                  <a:pt x="688" y="2713"/>
                </a:lnTo>
                <a:lnTo>
                  <a:pt x="685" y="2708"/>
                </a:lnTo>
                <a:lnTo>
                  <a:pt x="683" y="2708"/>
                </a:lnTo>
                <a:lnTo>
                  <a:pt x="680" y="2704"/>
                </a:lnTo>
                <a:lnTo>
                  <a:pt x="675" y="2701"/>
                </a:lnTo>
                <a:lnTo>
                  <a:pt x="666" y="2696"/>
                </a:lnTo>
                <a:lnTo>
                  <a:pt x="663" y="2694"/>
                </a:lnTo>
                <a:lnTo>
                  <a:pt x="656" y="2687"/>
                </a:lnTo>
                <a:lnTo>
                  <a:pt x="646" y="2681"/>
                </a:lnTo>
                <a:lnTo>
                  <a:pt x="643" y="2679"/>
                </a:lnTo>
                <a:lnTo>
                  <a:pt x="631" y="2672"/>
                </a:lnTo>
                <a:lnTo>
                  <a:pt x="622" y="2670"/>
                </a:lnTo>
                <a:lnTo>
                  <a:pt x="612" y="2665"/>
                </a:lnTo>
                <a:lnTo>
                  <a:pt x="605" y="2663"/>
                </a:lnTo>
                <a:lnTo>
                  <a:pt x="590" y="2660"/>
                </a:lnTo>
                <a:lnTo>
                  <a:pt x="581" y="2658"/>
                </a:lnTo>
                <a:lnTo>
                  <a:pt x="573" y="2657"/>
                </a:lnTo>
                <a:lnTo>
                  <a:pt x="559" y="2657"/>
                </a:lnTo>
                <a:lnTo>
                  <a:pt x="554" y="2657"/>
                </a:lnTo>
                <a:lnTo>
                  <a:pt x="546" y="2655"/>
                </a:lnTo>
                <a:lnTo>
                  <a:pt x="539" y="2653"/>
                </a:lnTo>
                <a:lnTo>
                  <a:pt x="529" y="2652"/>
                </a:lnTo>
                <a:lnTo>
                  <a:pt x="524" y="2652"/>
                </a:lnTo>
                <a:lnTo>
                  <a:pt x="513" y="2648"/>
                </a:lnTo>
                <a:lnTo>
                  <a:pt x="503" y="2646"/>
                </a:lnTo>
                <a:lnTo>
                  <a:pt x="493" y="2645"/>
                </a:lnTo>
                <a:lnTo>
                  <a:pt x="478" y="2643"/>
                </a:lnTo>
                <a:lnTo>
                  <a:pt x="466" y="2641"/>
                </a:lnTo>
                <a:lnTo>
                  <a:pt x="461" y="2640"/>
                </a:lnTo>
                <a:lnTo>
                  <a:pt x="452" y="2638"/>
                </a:lnTo>
                <a:lnTo>
                  <a:pt x="447" y="2638"/>
                </a:lnTo>
                <a:lnTo>
                  <a:pt x="433" y="2636"/>
                </a:lnTo>
                <a:lnTo>
                  <a:pt x="425" y="2636"/>
                </a:lnTo>
                <a:lnTo>
                  <a:pt x="418" y="2636"/>
                </a:lnTo>
                <a:lnTo>
                  <a:pt x="415" y="2636"/>
                </a:lnTo>
                <a:lnTo>
                  <a:pt x="401" y="2636"/>
                </a:lnTo>
                <a:lnTo>
                  <a:pt x="389" y="2636"/>
                </a:lnTo>
                <a:lnTo>
                  <a:pt x="374" y="2640"/>
                </a:lnTo>
                <a:lnTo>
                  <a:pt x="369" y="2640"/>
                </a:lnTo>
                <a:lnTo>
                  <a:pt x="338" y="2641"/>
                </a:lnTo>
                <a:lnTo>
                  <a:pt x="328" y="2641"/>
                </a:lnTo>
                <a:lnTo>
                  <a:pt x="294" y="2643"/>
                </a:lnTo>
                <a:lnTo>
                  <a:pt x="286" y="2643"/>
                </a:lnTo>
                <a:lnTo>
                  <a:pt x="282" y="2643"/>
                </a:lnTo>
                <a:lnTo>
                  <a:pt x="274" y="2643"/>
                </a:lnTo>
                <a:lnTo>
                  <a:pt x="262" y="2643"/>
                </a:lnTo>
                <a:lnTo>
                  <a:pt x="260" y="2643"/>
                </a:lnTo>
                <a:lnTo>
                  <a:pt x="253" y="2645"/>
                </a:lnTo>
                <a:lnTo>
                  <a:pt x="255" y="2652"/>
                </a:lnTo>
                <a:lnTo>
                  <a:pt x="243" y="2650"/>
                </a:lnTo>
                <a:lnTo>
                  <a:pt x="229" y="2650"/>
                </a:lnTo>
                <a:lnTo>
                  <a:pt x="224" y="2648"/>
                </a:lnTo>
                <a:lnTo>
                  <a:pt x="212" y="2648"/>
                </a:lnTo>
                <a:lnTo>
                  <a:pt x="206" y="2648"/>
                </a:lnTo>
                <a:lnTo>
                  <a:pt x="185" y="2648"/>
                </a:lnTo>
                <a:lnTo>
                  <a:pt x="184" y="2648"/>
                </a:lnTo>
                <a:lnTo>
                  <a:pt x="175" y="2648"/>
                </a:lnTo>
                <a:lnTo>
                  <a:pt x="168" y="2650"/>
                </a:lnTo>
                <a:lnTo>
                  <a:pt x="163" y="2650"/>
                </a:lnTo>
                <a:lnTo>
                  <a:pt x="155" y="2650"/>
                </a:lnTo>
                <a:lnTo>
                  <a:pt x="144" y="2650"/>
                </a:lnTo>
                <a:lnTo>
                  <a:pt x="134" y="2650"/>
                </a:lnTo>
                <a:lnTo>
                  <a:pt x="58" y="2653"/>
                </a:lnTo>
                <a:lnTo>
                  <a:pt x="51" y="2653"/>
                </a:lnTo>
                <a:lnTo>
                  <a:pt x="34" y="2655"/>
                </a:lnTo>
                <a:lnTo>
                  <a:pt x="20" y="2658"/>
                </a:lnTo>
                <a:lnTo>
                  <a:pt x="10" y="2658"/>
                </a:lnTo>
                <a:lnTo>
                  <a:pt x="10" y="2648"/>
                </a:lnTo>
                <a:lnTo>
                  <a:pt x="12" y="2643"/>
                </a:lnTo>
                <a:lnTo>
                  <a:pt x="10" y="2640"/>
                </a:lnTo>
                <a:lnTo>
                  <a:pt x="12" y="2629"/>
                </a:lnTo>
                <a:lnTo>
                  <a:pt x="14" y="2616"/>
                </a:lnTo>
                <a:lnTo>
                  <a:pt x="10" y="2611"/>
                </a:lnTo>
                <a:lnTo>
                  <a:pt x="17" y="2604"/>
                </a:lnTo>
                <a:lnTo>
                  <a:pt x="24" y="2592"/>
                </a:lnTo>
                <a:lnTo>
                  <a:pt x="20" y="2582"/>
                </a:lnTo>
                <a:lnTo>
                  <a:pt x="19" y="2570"/>
                </a:lnTo>
                <a:lnTo>
                  <a:pt x="24" y="2558"/>
                </a:lnTo>
                <a:lnTo>
                  <a:pt x="34" y="2550"/>
                </a:lnTo>
                <a:lnTo>
                  <a:pt x="37" y="2546"/>
                </a:lnTo>
                <a:lnTo>
                  <a:pt x="37" y="2536"/>
                </a:lnTo>
                <a:lnTo>
                  <a:pt x="39" y="2526"/>
                </a:lnTo>
                <a:lnTo>
                  <a:pt x="25" y="2522"/>
                </a:lnTo>
                <a:lnTo>
                  <a:pt x="17" y="2515"/>
                </a:lnTo>
                <a:lnTo>
                  <a:pt x="17" y="2510"/>
                </a:lnTo>
                <a:lnTo>
                  <a:pt x="22" y="2497"/>
                </a:lnTo>
                <a:lnTo>
                  <a:pt x="24" y="2492"/>
                </a:lnTo>
                <a:lnTo>
                  <a:pt x="22" y="2481"/>
                </a:lnTo>
                <a:lnTo>
                  <a:pt x="22" y="2470"/>
                </a:lnTo>
                <a:lnTo>
                  <a:pt x="14" y="2458"/>
                </a:lnTo>
                <a:lnTo>
                  <a:pt x="14" y="2454"/>
                </a:lnTo>
                <a:lnTo>
                  <a:pt x="15" y="2444"/>
                </a:lnTo>
                <a:lnTo>
                  <a:pt x="17" y="2436"/>
                </a:lnTo>
                <a:lnTo>
                  <a:pt x="20" y="2432"/>
                </a:lnTo>
                <a:lnTo>
                  <a:pt x="32" y="2424"/>
                </a:lnTo>
                <a:lnTo>
                  <a:pt x="34" y="2420"/>
                </a:lnTo>
                <a:lnTo>
                  <a:pt x="25" y="2413"/>
                </a:lnTo>
                <a:lnTo>
                  <a:pt x="29" y="2407"/>
                </a:lnTo>
                <a:lnTo>
                  <a:pt x="22" y="2396"/>
                </a:lnTo>
                <a:lnTo>
                  <a:pt x="25" y="2381"/>
                </a:lnTo>
                <a:lnTo>
                  <a:pt x="34" y="2371"/>
                </a:lnTo>
                <a:lnTo>
                  <a:pt x="34" y="2361"/>
                </a:lnTo>
                <a:lnTo>
                  <a:pt x="31" y="2352"/>
                </a:lnTo>
                <a:lnTo>
                  <a:pt x="27" y="2347"/>
                </a:lnTo>
                <a:lnTo>
                  <a:pt x="27" y="2298"/>
                </a:lnTo>
                <a:lnTo>
                  <a:pt x="25" y="2291"/>
                </a:lnTo>
                <a:lnTo>
                  <a:pt x="41" y="2289"/>
                </a:lnTo>
                <a:lnTo>
                  <a:pt x="44" y="2286"/>
                </a:lnTo>
                <a:lnTo>
                  <a:pt x="44" y="2272"/>
                </a:lnTo>
                <a:lnTo>
                  <a:pt x="44" y="2267"/>
                </a:lnTo>
                <a:lnTo>
                  <a:pt x="36" y="2257"/>
                </a:lnTo>
                <a:lnTo>
                  <a:pt x="29" y="2254"/>
                </a:lnTo>
                <a:lnTo>
                  <a:pt x="25" y="2242"/>
                </a:lnTo>
                <a:lnTo>
                  <a:pt x="20" y="2231"/>
                </a:lnTo>
                <a:lnTo>
                  <a:pt x="19" y="2216"/>
                </a:lnTo>
                <a:lnTo>
                  <a:pt x="19" y="2209"/>
                </a:lnTo>
                <a:lnTo>
                  <a:pt x="20" y="2194"/>
                </a:lnTo>
                <a:lnTo>
                  <a:pt x="22" y="2163"/>
                </a:lnTo>
                <a:lnTo>
                  <a:pt x="19" y="2153"/>
                </a:lnTo>
                <a:lnTo>
                  <a:pt x="12" y="2150"/>
                </a:lnTo>
                <a:lnTo>
                  <a:pt x="12" y="2143"/>
                </a:lnTo>
                <a:lnTo>
                  <a:pt x="7" y="2133"/>
                </a:lnTo>
                <a:lnTo>
                  <a:pt x="0" y="2121"/>
                </a:lnTo>
                <a:lnTo>
                  <a:pt x="8" y="2107"/>
                </a:lnTo>
                <a:lnTo>
                  <a:pt x="8" y="2104"/>
                </a:lnTo>
                <a:lnTo>
                  <a:pt x="12" y="2097"/>
                </a:lnTo>
                <a:lnTo>
                  <a:pt x="14" y="2083"/>
                </a:lnTo>
                <a:lnTo>
                  <a:pt x="14" y="2080"/>
                </a:lnTo>
                <a:lnTo>
                  <a:pt x="17" y="2066"/>
                </a:lnTo>
                <a:lnTo>
                  <a:pt x="20" y="2056"/>
                </a:lnTo>
                <a:lnTo>
                  <a:pt x="22" y="2048"/>
                </a:lnTo>
                <a:lnTo>
                  <a:pt x="20" y="2034"/>
                </a:lnTo>
                <a:lnTo>
                  <a:pt x="25" y="2031"/>
                </a:lnTo>
                <a:lnTo>
                  <a:pt x="29" y="2017"/>
                </a:lnTo>
                <a:lnTo>
                  <a:pt x="29" y="2007"/>
                </a:lnTo>
                <a:lnTo>
                  <a:pt x="22" y="2000"/>
                </a:lnTo>
                <a:lnTo>
                  <a:pt x="17" y="1995"/>
                </a:lnTo>
                <a:lnTo>
                  <a:pt x="15" y="1986"/>
                </a:lnTo>
                <a:lnTo>
                  <a:pt x="12" y="1978"/>
                </a:lnTo>
                <a:lnTo>
                  <a:pt x="12" y="1976"/>
                </a:lnTo>
                <a:lnTo>
                  <a:pt x="8" y="1971"/>
                </a:lnTo>
                <a:lnTo>
                  <a:pt x="8" y="1959"/>
                </a:lnTo>
                <a:lnTo>
                  <a:pt x="17" y="1946"/>
                </a:lnTo>
                <a:lnTo>
                  <a:pt x="12" y="1934"/>
                </a:lnTo>
                <a:lnTo>
                  <a:pt x="15" y="1929"/>
                </a:lnTo>
                <a:lnTo>
                  <a:pt x="22" y="1930"/>
                </a:lnTo>
                <a:lnTo>
                  <a:pt x="27" y="1925"/>
                </a:lnTo>
                <a:lnTo>
                  <a:pt x="31" y="1910"/>
                </a:lnTo>
                <a:lnTo>
                  <a:pt x="27" y="1908"/>
                </a:lnTo>
                <a:lnTo>
                  <a:pt x="34" y="1898"/>
                </a:lnTo>
                <a:lnTo>
                  <a:pt x="27" y="1893"/>
                </a:lnTo>
                <a:lnTo>
                  <a:pt x="32" y="1883"/>
                </a:lnTo>
                <a:lnTo>
                  <a:pt x="27" y="1874"/>
                </a:lnTo>
                <a:lnTo>
                  <a:pt x="31" y="1867"/>
                </a:lnTo>
                <a:lnTo>
                  <a:pt x="29" y="1852"/>
                </a:lnTo>
                <a:lnTo>
                  <a:pt x="22" y="1849"/>
                </a:lnTo>
                <a:lnTo>
                  <a:pt x="29" y="1844"/>
                </a:lnTo>
                <a:lnTo>
                  <a:pt x="24" y="1842"/>
                </a:lnTo>
                <a:lnTo>
                  <a:pt x="25" y="1835"/>
                </a:lnTo>
                <a:lnTo>
                  <a:pt x="31" y="1833"/>
                </a:lnTo>
                <a:lnTo>
                  <a:pt x="25" y="1832"/>
                </a:lnTo>
                <a:lnTo>
                  <a:pt x="29" y="1820"/>
                </a:lnTo>
                <a:lnTo>
                  <a:pt x="20" y="1806"/>
                </a:lnTo>
                <a:lnTo>
                  <a:pt x="25" y="1798"/>
                </a:lnTo>
                <a:lnTo>
                  <a:pt x="34" y="1796"/>
                </a:lnTo>
                <a:lnTo>
                  <a:pt x="31" y="1793"/>
                </a:lnTo>
                <a:lnTo>
                  <a:pt x="34" y="1779"/>
                </a:lnTo>
                <a:lnTo>
                  <a:pt x="29" y="1776"/>
                </a:lnTo>
                <a:lnTo>
                  <a:pt x="36" y="1776"/>
                </a:lnTo>
                <a:lnTo>
                  <a:pt x="36" y="1765"/>
                </a:lnTo>
                <a:lnTo>
                  <a:pt x="29" y="1760"/>
                </a:lnTo>
                <a:lnTo>
                  <a:pt x="39" y="1752"/>
                </a:lnTo>
                <a:lnTo>
                  <a:pt x="36" y="1743"/>
                </a:lnTo>
                <a:lnTo>
                  <a:pt x="42" y="1733"/>
                </a:lnTo>
                <a:lnTo>
                  <a:pt x="37" y="1724"/>
                </a:lnTo>
                <a:lnTo>
                  <a:pt x="42" y="1721"/>
                </a:lnTo>
                <a:lnTo>
                  <a:pt x="37" y="1719"/>
                </a:lnTo>
                <a:lnTo>
                  <a:pt x="42" y="1713"/>
                </a:lnTo>
                <a:lnTo>
                  <a:pt x="37" y="1707"/>
                </a:lnTo>
                <a:lnTo>
                  <a:pt x="39" y="1706"/>
                </a:lnTo>
                <a:lnTo>
                  <a:pt x="65" y="1706"/>
                </a:lnTo>
                <a:lnTo>
                  <a:pt x="73" y="1707"/>
                </a:lnTo>
                <a:lnTo>
                  <a:pt x="80" y="1701"/>
                </a:lnTo>
                <a:lnTo>
                  <a:pt x="90" y="1699"/>
                </a:lnTo>
                <a:lnTo>
                  <a:pt x="100" y="1697"/>
                </a:lnTo>
                <a:lnTo>
                  <a:pt x="110" y="1704"/>
                </a:lnTo>
                <a:lnTo>
                  <a:pt x="122" y="1702"/>
                </a:lnTo>
                <a:lnTo>
                  <a:pt x="141" y="1697"/>
                </a:lnTo>
                <a:lnTo>
                  <a:pt x="148" y="1696"/>
                </a:lnTo>
                <a:lnTo>
                  <a:pt x="150" y="1680"/>
                </a:lnTo>
                <a:lnTo>
                  <a:pt x="153" y="1675"/>
                </a:lnTo>
                <a:lnTo>
                  <a:pt x="160" y="1662"/>
                </a:lnTo>
                <a:lnTo>
                  <a:pt x="161" y="1643"/>
                </a:lnTo>
                <a:lnTo>
                  <a:pt x="163" y="1639"/>
                </a:lnTo>
                <a:lnTo>
                  <a:pt x="173" y="1629"/>
                </a:lnTo>
                <a:lnTo>
                  <a:pt x="172" y="1621"/>
                </a:lnTo>
                <a:lnTo>
                  <a:pt x="172" y="1611"/>
                </a:lnTo>
                <a:lnTo>
                  <a:pt x="172" y="1599"/>
                </a:lnTo>
                <a:lnTo>
                  <a:pt x="165" y="1583"/>
                </a:lnTo>
                <a:lnTo>
                  <a:pt x="163" y="1577"/>
                </a:lnTo>
                <a:lnTo>
                  <a:pt x="167" y="1565"/>
                </a:lnTo>
                <a:lnTo>
                  <a:pt x="173" y="1556"/>
                </a:lnTo>
                <a:lnTo>
                  <a:pt x="184" y="1551"/>
                </a:lnTo>
                <a:lnTo>
                  <a:pt x="190" y="1537"/>
                </a:lnTo>
                <a:lnTo>
                  <a:pt x="206" y="1515"/>
                </a:lnTo>
                <a:lnTo>
                  <a:pt x="207" y="1503"/>
                </a:lnTo>
                <a:lnTo>
                  <a:pt x="212" y="1498"/>
                </a:lnTo>
                <a:lnTo>
                  <a:pt x="218" y="1495"/>
                </a:lnTo>
                <a:lnTo>
                  <a:pt x="228" y="1497"/>
                </a:lnTo>
                <a:lnTo>
                  <a:pt x="241" y="1488"/>
                </a:lnTo>
                <a:lnTo>
                  <a:pt x="241" y="1481"/>
                </a:lnTo>
                <a:lnTo>
                  <a:pt x="236" y="1471"/>
                </a:lnTo>
                <a:lnTo>
                  <a:pt x="231" y="1459"/>
                </a:lnTo>
                <a:lnTo>
                  <a:pt x="233" y="1447"/>
                </a:lnTo>
                <a:lnTo>
                  <a:pt x="241" y="1440"/>
                </a:lnTo>
                <a:lnTo>
                  <a:pt x="262" y="1430"/>
                </a:lnTo>
                <a:lnTo>
                  <a:pt x="277" y="1425"/>
                </a:lnTo>
                <a:lnTo>
                  <a:pt x="287" y="1425"/>
                </a:lnTo>
                <a:lnTo>
                  <a:pt x="297" y="1427"/>
                </a:lnTo>
                <a:lnTo>
                  <a:pt x="306" y="1425"/>
                </a:lnTo>
                <a:lnTo>
                  <a:pt x="316" y="1412"/>
                </a:lnTo>
                <a:lnTo>
                  <a:pt x="318" y="1405"/>
                </a:lnTo>
                <a:lnTo>
                  <a:pt x="328" y="1394"/>
                </a:lnTo>
                <a:lnTo>
                  <a:pt x="333" y="1383"/>
                </a:lnTo>
                <a:lnTo>
                  <a:pt x="333" y="1372"/>
                </a:lnTo>
                <a:lnTo>
                  <a:pt x="335" y="1355"/>
                </a:lnTo>
                <a:lnTo>
                  <a:pt x="335" y="1349"/>
                </a:lnTo>
                <a:lnTo>
                  <a:pt x="340" y="1343"/>
                </a:lnTo>
                <a:lnTo>
                  <a:pt x="352" y="1340"/>
                </a:lnTo>
                <a:lnTo>
                  <a:pt x="355" y="1321"/>
                </a:lnTo>
                <a:lnTo>
                  <a:pt x="355" y="1311"/>
                </a:lnTo>
                <a:lnTo>
                  <a:pt x="347" y="1309"/>
                </a:lnTo>
                <a:lnTo>
                  <a:pt x="331" y="1294"/>
                </a:lnTo>
                <a:lnTo>
                  <a:pt x="325" y="1281"/>
                </a:lnTo>
                <a:lnTo>
                  <a:pt x="325" y="1274"/>
                </a:lnTo>
                <a:lnTo>
                  <a:pt x="335" y="1250"/>
                </a:lnTo>
                <a:lnTo>
                  <a:pt x="342" y="1238"/>
                </a:lnTo>
                <a:lnTo>
                  <a:pt x="342" y="1228"/>
                </a:lnTo>
                <a:lnTo>
                  <a:pt x="345" y="1223"/>
                </a:lnTo>
                <a:lnTo>
                  <a:pt x="355" y="1219"/>
                </a:lnTo>
                <a:lnTo>
                  <a:pt x="360" y="1214"/>
                </a:lnTo>
                <a:lnTo>
                  <a:pt x="367" y="1218"/>
                </a:lnTo>
                <a:lnTo>
                  <a:pt x="388" y="1228"/>
                </a:lnTo>
                <a:lnTo>
                  <a:pt x="396" y="1231"/>
                </a:lnTo>
                <a:lnTo>
                  <a:pt x="399" y="1219"/>
                </a:lnTo>
                <a:lnTo>
                  <a:pt x="401" y="1201"/>
                </a:lnTo>
                <a:lnTo>
                  <a:pt x="411" y="1175"/>
                </a:lnTo>
                <a:lnTo>
                  <a:pt x="418" y="1167"/>
                </a:lnTo>
                <a:lnTo>
                  <a:pt x="418" y="1160"/>
                </a:lnTo>
                <a:lnTo>
                  <a:pt x="416" y="1146"/>
                </a:lnTo>
                <a:lnTo>
                  <a:pt x="415" y="1129"/>
                </a:lnTo>
                <a:lnTo>
                  <a:pt x="413" y="1126"/>
                </a:lnTo>
                <a:lnTo>
                  <a:pt x="406" y="1121"/>
                </a:lnTo>
                <a:lnTo>
                  <a:pt x="398" y="1114"/>
                </a:lnTo>
                <a:lnTo>
                  <a:pt x="393" y="1104"/>
                </a:lnTo>
                <a:lnTo>
                  <a:pt x="389" y="1097"/>
                </a:lnTo>
                <a:lnTo>
                  <a:pt x="384" y="1088"/>
                </a:lnTo>
                <a:lnTo>
                  <a:pt x="382" y="1081"/>
                </a:lnTo>
                <a:lnTo>
                  <a:pt x="384" y="1073"/>
                </a:lnTo>
                <a:lnTo>
                  <a:pt x="391" y="1056"/>
                </a:lnTo>
                <a:lnTo>
                  <a:pt x="391" y="1051"/>
                </a:lnTo>
                <a:lnTo>
                  <a:pt x="391" y="1046"/>
                </a:lnTo>
                <a:lnTo>
                  <a:pt x="388" y="1025"/>
                </a:lnTo>
                <a:lnTo>
                  <a:pt x="382" y="1017"/>
                </a:lnTo>
                <a:lnTo>
                  <a:pt x="372" y="1012"/>
                </a:lnTo>
                <a:lnTo>
                  <a:pt x="372" y="1005"/>
                </a:lnTo>
                <a:lnTo>
                  <a:pt x="376" y="993"/>
                </a:lnTo>
                <a:lnTo>
                  <a:pt x="372" y="990"/>
                </a:lnTo>
                <a:lnTo>
                  <a:pt x="372" y="976"/>
                </a:lnTo>
                <a:lnTo>
                  <a:pt x="365" y="973"/>
                </a:lnTo>
                <a:lnTo>
                  <a:pt x="352" y="971"/>
                </a:lnTo>
                <a:lnTo>
                  <a:pt x="350" y="968"/>
                </a:lnTo>
                <a:lnTo>
                  <a:pt x="345" y="964"/>
                </a:lnTo>
                <a:lnTo>
                  <a:pt x="343" y="962"/>
                </a:lnTo>
                <a:lnTo>
                  <a:pt x="340" y="961"/>
                </a:lnTo>
                <a:lnTo>
                  <a:pt x="330" y="951"/>
                </a:lnTo>
                <a:lnTo>
                  <a:pt x="318" y="933"/>
                </a:lnTo>
                <a:lnTo>
                  <a:pt x="306" y="930"/>
                </a:lnTo>
                <a:lnTo>
                  <a:pt x="297" y="920"/>
                </a:lnTo>
                <a:lnTo>
                  <a:pt x="292" y="916"/>
                </a:lnTo>
                <a:lnTo>
                  <a:pt x="304" y="865"/>
                </a:lnTo>
                <a:lnTo>
                  <a:pt x="308" y="838"/>
                </a:lnTo>
                <a:lnTo>
                  <a:pt x="320" y="804"/>
                </a:lnTo>
                <a:lnTo>
                  <a:pt x="333" y="779"/>
                </a:lnTo>
                <a:lnTo>
                  <a:pt x="335" y="777"/>
                </a:lnTo>
                <a:lnTo>
                  <a:pt x="343" y="768"/>
                </a:lnTo>
                <a:lnTo>
                  <a:pt x="350" y="758"/>
                </a:lnTo>
                <a:lnTo>
                  <a:pt x="352" y="757"/>
                </a:lnTo>
                <a:lnTo>
                  <a:pt x="354" y="755"/>
                </a:lnTo>
                <a:lnTo>
                  <a:pt x="352" y="741"/>
                </a:lnTo>
                <a:lnTo>
                  <a:pt x="352" y="736"/>
                </a:lnTo>
                <a:lnTo>
                  <a:pt x="342" y="731"/>
                </a:lnTo>
                <a:lnTo>
                  <a:pt x="340" y="723"/>
                </a:lnTo>
                <a:lnTo>
                  <a:pt x="338" y="714"/>
                </a:lnTo>
                <a:lnTo>
                  <a:pt x="337" y="702"/>
                </a:lnTo>
                <a:lnTo>
                  <a:pt x="345" y="690"/>
                </a:lnTo>
                <a:lnTo>
                  <a:pt x="355" y="678"/>
                </a:lnTo>
                <a:lnTo>
                  <a:pt x="355" y="666"/>
                </a:lnTo>
                <a:lnTo>
                  <a:pt x="352" y="655"/>
                </a:lnTo>
                <a:lnTo>
                  <a:pt x="343" y="634"/>
                </a:lnTo>
                <a:lnTo>
                  <a:pt x="340" y="626"/>
                </a:lnTo>
                <a:lnTo>
                  <a:pt x="342" y="617"/>
                </a:lnTo>
                <a:lnTo>
                  <a:pt x="343" y="598"/>
                </a:lnTo>
                <a:lnTo>
                  <a:pt x="348" y="583"/>
                </a:lnTo>
                <a:lnTo>
                  <a:pt x="350" y="575"/>
                </a:lnTo>
                <a:lnTo>
                  <a:pt x="350" y="569"/>
                </a:lnTo>
                <a:lnTo>
                  <a:pt x="350" y="552"/>
                </a:lnTo>
                <a:lnTo>
                  <a:pt x="348" y="541"/>
                </a:lnTo>
                <a:lnTo>
                  <a:pt x="348" y="532"/>
                </a:lnTo>
                <a:lnTo>
                  <a:pt x="347" y="517"/>
                </a:lnTo>
                <a:lnTo>
                  <a:pt x="347" y="512"/>
                </a:lnTo>
                <a:lnTo>
                  <a:pt x="347" y="505"/>
                </a:lnTo>
                <a:lnTo>
                  <a:pt x="345" y="491"/>
                </a:lnTo>
                <a:lnTo>
                  <a:pt x="347" y="486"/>
                </a:lnTo>
                <a:lnTo>
                  <a:pt x="357" y="474"/>
                </a:lnTo>
                <a:lnTo>
                  <a:pt x="365" y="467"/>
                </a:lnTo>
                <a:lnTo>
                  <a:pt x="371" y="462"/>
                </a:lnTo>
                <a:lnTo>
                  <a:pt x="382" y="455"/>
                </a:lnTo>
                <a:lnTo>
                  <a:pt x="399" y="442"/>
                </a:lnTo>
                <a:lnTo>
                  <a:pt x="418" y="425"/>
                </a:lnTo>
                <a:lnTo>
                  <a:pt x="435" y="415"/>
                </a:lnTo>
                <a:lnTo>
                  <a:pt x="442" y="410"/>
                </a:lnTo>
                <a:lnTo>
                  <a:pt x="452" y="401"/>
                </a:lnTo>
                <a:lnTo>
                  <a:pt x="462" y="386"/>
                </a:lnTo>
                <a:lnTo>
                  <a:pt x="466" y="379"/>
                </a:lnTo>
                <a:lnTo>
                  <a:pt x="483" y="350"/>
                </a:lnTo>
                <a:lnTo>
                  <a:pt x="507" y="318"/>
                </a:lnTo>
                <a:lnTo>
                  <a:pt x="510" y="304"/>
                </a:lnTo>
                <a:lnTo>
                  <a:pt x="513" y="289"/>
                </a:lnTo>
                <a:lnTo>
                  <a:pt x="515" y="280"/>
                </a:lnTo>
                <a:lnTo>
                  <a:pt x="518" y="263"/>
                </a:lnTo>
                <a:lnTo>
                  <a:pt x="517" y="250"/>
                </a:lnTo>
                <a:lnTo>
                  <a:pt x="518" y="234"/>
                </a:lnTo>
                <a:lnTo>
                  <a:pt x="518" y="226"/>
                </a:lnTo>
                <a:lnTo>
                  <a:pt x="518" y="217"/>
                </a:lnTo>
                <a:lnTo>
                  <a:pt x="517" y="209"/>
                </a:lnTo>
                <a:lnTo>
                  <a:pt x="518" y="187"/>
                </a:lnTo>
                <a:lnTo>
                  <a:pt x="518" y="178"/>
                </a:lnTo>
                <a:lnTo>
                  <a:pt x="518" y="168"/>
                </a:lnTo>
                <a:lnTo>
                  <a:pt x="517" y="160"/>
                </a:lnTo>
                <a:lnTo>
                  <a:pt x="518" y="148"/>
                </a:lnTo>
                <a:lnTo>
                  <a:pt x="544" y="148"/>
                </a:lnTo>
                <a:lnTo>
                  <a:pt x="554" y="139"/>
                </a:lnTo>
                <a:lnTo>
                  <a:pt x="578" y="119"/>
                </a:lnTo>
                <a:lnTo>
                  <a:pt x="609" y="90"/>
                </a:lnTo>
                <a:lnTo>
                  <a:pt x="614" y="85"/>
                </a:lnTo>
                <a:lnTo>
                  <a:pt x="624" y="78"/>
                </a:lnTo>
                <a:lnTo>
                  <a:pt x="629" y="73"/>
                </a:lnTo>
                <a:lnTo>
                  <a:pt x="639" y="66"/>
                </a:lnTo>
                <a:lnTo>
                  <a:pt x="656" y="63"/>
                </a:lnTo>
                <a:lnTo>
                  <a:pt x="675" y="59"/>
                </a:lnTo>
                <a:lnTo>
                  <a:pt x="692" y="54"/>
                </a:lnTo>
                <a:lnTo>
                  <a:pt x="728" y="51"/>
                </a:lnTo>
                <a:lnTo>
                  <a:pt x="736" y="47"/>
                </a:lnTo>
                <a:lnTo>
                  <a:pt x="753" y="42"/>
                </a:lnTo>
                <a:lnTo>
                  <a:pt x="768" y="42"/>
                </a:lnTo>
                <a:lnTo>
                  <a:pt x="780" y="39"/>
                </a:lnTo>
                <a:lnTo>
                  <a:pt x="790" y="49"/>
                </a:lnTo>
                <a:lnTo>
                  <a:pt x="806" y="52"/>
                </a:lnTo>
                <a:lnTo>
                  <a:pt x="824" y="52"/>
                </a:lnTo>
                <a:lnTo>
                  <a:pt x="857" y="49"/>
                </a:lnTo>
                <a:lnTo>
                  <a:pt x="881" y="52"/>
                </a:lnTo>
                <a:lnTo>
                  <a:pt x="896" y="51"/>
                </a:lnTo>
                <a:lnTo>
                  <a:pt x="906" y="52"/>
                </a:lnTo>
                <a:lnTo>
                  <a:pt x="913" y="49"/>
                </a:lnTo>
                <a:lnTo>
                  <a:pt x="921" y="46"/>
                </a:lnTo>
                <a:lnTo>
                  <a:pt x="925" y="42"/>
                </a:lnTo>
                <a:lnTo>
                  <a:pt x="935" y="32"/>
                </a:lnTo>
                <a:lnTo>
                  <a:pt x="942" y="22"/>
                </a:lnTo>
                <a:lnTo>
                  <a:pt x="947" y="17"/>
                </a:lnTo>
                <a:lnTo>
                  <a:pt x="959" y="12"/>
                </a:lnTo>
                <a:lnTo>
                  <a:pt x="972" y="6"/>
                </a:lnTo>
                <a:lnTo>
                  <a:pt x="996" y="0"/>
                </a:lnTo>
                <a:lnTo>
                  <a:pt x="1006" y="0"/>
                </a:lnTo>
                <a:lnTo>
                  <a:pt x="1017" y="3"/>
                </a:lnTo>
                <a:lnTo>
                  <a:pt x="1028" y="10"/>
                </a:lnTo>
                <a:lnTo>
                  <a:pt x="1035" y="13"/>
                </a:lnTo>
                <a:lnTo>
                  <a:pt x="1049" y="17"/>
                </a:lnTo>
                <a:lnTo>
                  <a:pt x="1056" y="22"/>
                </a:lnTo>
                <a:lnTo>
                  <a:pt x="1071" y="25"/>
                </a:lnTo>
                <a:lnTo>
                  <a:pt x="1078" y="30"/>
                </a:lnTo>
                <a:lnTo>
                  <a:pt x="1088" y="35"/>
                </a:lnTo>
                <a:lnTo>
                  <a:pt x="1103" y="40"/>
                </a:lnTo>
                <a:lnTo>
                  <a:pt x="1115" y="44"/>
                </a:lnTo>
                <a:lnTo>
                  <a:pt x="1127" y="47"/>
                </a:lnTo>
                <a:lnTo>
                  <a:pt x="1132" y="51"/>
                </a:lnTo>
                <a:lnTo>
                  <a:pt x="1144" y="54"/>
                </a:lnTo>
                <a:lnTo>
                  <a:pt x="1149" y="56"/>
                </a:lnTo>
                <a:lnTo>
                  <a:pt x="1159" y="59"/>
                </a:lnTo>
                <a:lnTo>
                  <a:pt x="1170" y="63"/>
                </a:lnTo>
                <a:lnTo>
                  <a:pt x="1176" y="64"/>
                </a:lnTo>
                <a:lnTo>
                  <a:pt x="1188" y="68"/>
                </a:lnTo>
                <a:lnTo>
                  <a:pt x="1192" y="69"/>
                </a:lnTo>
                <a:lnTo>
                  <a:pt x="1197" y="73"/>
                </a:lnTo>
                <a:lnTo>
                  <a:pt x="1207" y="76"/>
                </a:lnTo>
                <a:lnTo>
                  <a:pt x="1217" y="81"/>
                </a:lnTo>
                <a:lnTo>
                  <a:pt x="1224" y="83"/>
                </a:lnTo>
                <a:lnTo>
                  <a:pt x="1231" y="88"/>
                </a:lnTo>
                <a:lnTo>
                  <a:pt x="1243" y="83"/>
                </a:lnTo>
                <a:lnTo>
                  <a:pt x="1255" y="78"/>
                </a:lnTo>
                <a:lnTo>
                  <a:pt x="1258" y="78"/>
                </a:lnTo>
                <a:lnTo>
                  <a:pt x="1273" y="76"/>
                </a:lnTo>
                <a:lnTo>
                  <a:pt x="1280" y="76"/>
                </a:lnTo>
                <a:lnTo>
                  <a:pt x="1295" y="85"/>
                </a:lnTo>
                <a:lnTo>
                  <a:pt x="1304" y="90"/>
                </a:lnTo>
                <a:lnTo>
                  <a:pt x="1311" y="93"/>
                </a:lnTo>
                <a:lnTo>
                  <a:pt x="1317" y="100"/>
                </a:lnTo>
                <a:lnTo>
                  <a:pt x="1331" y="103"/>
                </a:lnTo>
                <a:lnTo>
                  <a:pt x="1338" y="107"/>
                </a:lnTo>
                <a:lnTo>
                  <a:pt x="1350" y="115"/>
                </a:lnTo>
                <a:lnTo>
                  <a:pt x="1362" y="132"/>
                </a:lnTo>
                <a:lnTo>
                  <a:pt x="1370" y="144"/>
                </a:lnTo>
                <a:lnTo>
                  <a:pt x="1372" y="146"/>
                </a:lnTo>
                <a:lnTo>
                  <a:pt x="1380" y="154"/>
                </a:lnTo>
                <a:lnTo>
                  <a:pt x="1394" y="170"/>
                </a:lnTo>
                <a:lnTo>
                  <a:pt x="1406" y="185"/>
                </a:lnTo>
                <a:lnTo>
                  <a:pt x="1414" y="194"/>
                </a:lnTo>
                <a:lnTo>
                  <a:pt x="1426" y="205"/>
                </a:lnTo>
                <a:lnTo>
                  <a:pt x="1435" y="216"/>
                </a:lnTo>
                <a:lnTo>
                  <a:pt x="1438" y="228"/>
                </a:lnTo>
                <a:lnTo>
                  <a:pt x="1440" y="243"/>
                </a:lnTo>
                <a:lnTo>
                  <a:pt x="1445" y="250"/>
                </a:lnTo>
                <a:lnTo>
                  <a:pt x="1450" y="260"/>
                </a:lnTo>
                <a:lnTo>
                  <a:pt x="1453" y="268"/>
                </a:lnTo>
                <a:lnTo>
                  <a:pt x="1459" y="277"/>
                </a:lnTo>
                <a:lnTo>
                  <a:pt x="1467" y="284"/>
                </a:lnTo>
                <a:lnTo>
                  <a:pt x="1472" y="289"/>
                </a:lnTo>
                <a:lnTo>
                  <a:pt x="1476" y="292"/>
                </a:lnTo>
                <a:lnTo>
                  <a:pt x="1486" y="301"/>
                </a:lnTo>
                <a:lnTo>
                  <a:pt x="1504" y="316"/>
                </a:lnTo>
                <a:lnTo>
                  <a:pt x="1516" y="318"/>
                </a:lnTo>
                <a:lnTo>
                  <a:pt x="1538" y="318"/>
                </a:lnTo>
                <a:lnTo>
                  <a:pt x="1542" y="318"/>
                </a:lnTo>
                <a:lnTo>
                  <a:pt x="1545" y="318"/>
                </a:lnTo>
                <a:lnTo>
                  <a:pt x="1560" y="311"/>
                </a:lnTo>
                <a:lnTo>
                  <a:pt x="1569" y="308"/>
                </a:lnTo>
                <a:lnTo>
                  <a:pt x="1579" y="299"/>
                </a:lnTo>
                <a:lnTo>
                  <a:pt x="1589" y="287"/>
                </a:lnTo>
                <a:lnTo>
                  <a:pt x="1593" y="284"/>
                </a:lnTo>
                <a:lnTo>
                  <a:pt x="1596" y="280"/>
                </a:lnTo>
                <a:lnTo>
                  <a:pt x="1605" y="270"/>
                </a:lnTo>
                <a:lnTo>
                  <a:pt x="1620" y="272"/>
                </a:lnTo>
                <a:lnTo>
                  <a:pt x="1630" y="275"/>
                </a:lnTo>
                <a:lnTo>
                  <a:pt x="1640" y="277"/>
                </a:lnTo>
                <a:lnTo>
                  <a:pt x="1649" y="279"/>
                </a:lnTo>
                <a:lnTo>
                  <a:pt x="1662" y="280"/>
                </a:lnTo>
                <a:lnTo>
                  <a:pt x="1669" y="279"/>
                </a:lnTo>
                <a:lnTo>
                  <a:pt x="1673" y="277"/>
                </a:lnTo>
                <a:lnTo>
                  <a:pt x="1686" y="270"/>
                </a:lnTo>
                <a:lnTo>
                  <a:pt x="1688" y="268"/>
                </a:lnTo>
                <a:lnTo>
                  <a:pt x="1691" y="267"/>
                </a:lnTo>
                <a:lnTo>
                  <a:pt x="1739" y="239"/>
                </a:lnTo>
                <a:lnTo>
                  <a:pt x="1746" y="236"/>
                </a:lnTo>
                <a:lnTo>
                  <a:pt x="1746" y="234"/>
                </a:lnTo>
                <a:lnTo>
                  <a:pt x="1763" y="224"/>
                </a:lnTo>
                <a:lnTo>
                  <a:pt x="1775" y="219"/>
                </a:lnTo>
                <a:lnTo>
                  <a:pt x="1797" y="204"/>
                </a:lnTo>
                <a:lnTo>
                  <a:pt x="1800" y="202"/>
                </a:lnTo>
                <a:lnTo>
                  <a:pt x="1814" y="195"/>
                </a:lnTo>
                <a:lnTo>
                  <a:pt x="1824" y="195"/>
                </a:lnTo>
                <a:lnTo>
                  <a:pt x="1853" y="199"/>
                </a:lnTo>
                <a:lnTo>
                  <a:pt x="1860" y="202"/>
                </a:lnTo>
                <a:lnTo>
                  <a:pt x="1877" y="204"/>
                </a:lnTo>
                <a:lnTo>
                  <a:pt x="1882" y="204"/>
                </a:lnTo>
                <a:lnTo>
                  <a:pt x="1894" y="205"/>
                </a:lnTo>
                <a:lnTo>
                  <a:pt x="1900" y="207"/>
                </a:lnTo>
                <a:lnTo>
                  <a:pt x="1911" y="211"/>
                </a:lnTo>
                <a:lnTo>
                  <a:pt x="1919" y="214"/>
                </a:lnTo>
                <a:lnTo>
                  <a:pt x="1934" y="222"/>
                </a:lnTo>
                <a:lnTo>
                  <a:pt x="1936" y="224"/>
                </a:lnTo>
                <a:lnTo>
                  <a:pt x="1948" y="234"/>
                </a:lnTo>
                <a:lnTo>
                  <a:pt x="1955" y="238"/>
                </a:lnTo>
                <a:lnTo>
                  <a:pt x="1968" y="241"/>
                </a:lnTo>
                <a:lnTo>
                  <a:pt x="1974" y="246"/>
                </a:lnTo>
                <a:lnTo>
                  <a:pt x="1979" y="255"/>
                </a:lnTo>
                <a:lnTo>
                  <a:pt x="1987" y="258"/>
                </a:lnTo>
                <a:lnTo>
                  <a:pt x="1994" y="268"/>
                </a:lnTo>
                <a:lnTo>
                  <a:pt x="2002" y="273"/>
                </a:lnTo>
                <a:lnTo>
                  <a:pt x="2008" y="282"/>
                </a:lnTo>
                <a:lnTo>
                  <a:pt x="2026" y="296"/>
                </a:lnTo>
                <a:lnTo>
                  <a:pt x="2031" y="292"/>
                </a:lnTo>
                <a:lnTo>
                  <a:pt x="2047" y="289"/>
                </a:lnTo>
                <a:lnTo>
                  <a:pt x="2059" y="292"/>
                </a:lnTo>
                <a:lnTo>
                  <a:pt x="2072" y="297"/>
                </a:lnTo>
                <a:lnTo>
                  <a:pt x="2074" y="299"/>
                </a:lnTo>
                <a:lnTo>
                  <a:pt x="2094" y="314"/>
                </a:lnTo>
                <a:lnTo>
                  <a:pt x="2099" y="319"/>
                </a:lnTo>
                <a:lnTo>
                  <a:pt x="2103" y="331"/>
                </a:lnTo>
                <a:lnTo>
                  <a:pt x="2104" y="335"/>
                </a:lnTo>
                <a:lnTo>
                  <a:pt x="2128" y="345"/>
                </a:lnTo>
                <a:lnTo>
                  <a:pt x="2140" y="348"/>
                </a:lnTo>
                <a:lnTo>
                  <a:pt x="2152" y="352"/>
                </a:lnTo>
                <a:lnTo>
                  <a:pt x="2167" y="355"/>
                </a:lnTo>
                <a:lnTo>
                  <a:pt x="2181" y="359"/>
                </a:lnTo>
                <a:lnTo>
                  <a:pt x="2191" y="362"/>
                </a:lnTo>
                <a:lnTo>
                  <a:pt x="2201" y="367"/>
                </a:lnTo>
                <a:lnTo>
                  <a:pt x="2215" y="370"/>
                </a:lnTo>
                <a:lnTo>
                  <a:pt x="2222" y="372"/>
                </a:lnTo>
                <a:lnTo>
                  <a:pt x="2230" y="370"/>
                </a:lnTo>
                <a:lnTo>
                  <a:pt x="2246" y="372"/>
                </a:lnTo>
                <a:lnTo>
                  <a:pt x="2257" y="374"/>
                </a:lnTo>
                <a:lnTo>
                  <a:pt x="2263" y="374"/>
                </a:lnTo>
                <a:lnTo>
                  <a:pt x="2266" y="374"/>
                </a:lnTo>
                <a:lnTo>
                  <a:pt x="2280" y="374"/>
                </a:lnTo>
                <a:lnTo>
                  <a:pt x="2286" y="374"/>
                </a:lnTo>
                <a:lnTo>
                  <a:pt x="2293" y="374"/>
                </a:lnTo>
                <a:lnTo>
                  <a:pt x="2297" y="376"/>
                </a:lnTo>
                <a:lnTo>
                  <a:pt x="2303" y="376"/>
                </a:lnTo>
                <a:lnTo>
                  <a:pt x="2315" y="376"/>
                </a:lnTo>
                <a:lnTo>
                  <a:pt x="2322" y="377"/>
                </a:lnTo>
                <a:lnTo>
                  <a:pt x="2329" y="379"/>
                </a:lnTo>
                <a:lnTo>
                  <a:pt x="2344" y="381"/>
                </a:lnTo>
                <a:lnTo>
                  <a:pt x="2349" y="381"/>
                </a:lnTo>
                <a:lnTo>
                  <a:pt x="2361" y="379"/>
                </a:lnTo>
                <a:lnTo>
                  <a:pt x="2366" y="379"/>
                </a:lnTo>
                <a:lnTo>
                  <a:pt x="2385" y="379"/>
                </a:lnTo>
                <a:lnTo>
                  <a:pt x="2400" y="379"/>
                </a:lnTo>
                <a:lnTo>
                  <a:pt x="2410" y="381"/>
                </a:lnTo>
                <a:lnTo>
                  <a:pt x="2416" y="381"/>
                </a:lnTo>
                <a:lnTo>
                  <a:pt x="2424" y="381"/>
                </a:lnTo>
                <a:lnTo>
                  <a:pt x="2434" y="382"/>
                </a:lnTo>
                <a:lnTo>
                  <a:pt x="2439" y="382"/>
                </a:lnTo>
                <a:lnTo>
                  <a:pt x="2446" y="382"/>
                </a:lnTo>
                <a:lnTo>
                  <a:pt x="2460" y="384"/>
                </a:lnTo>
                <a:lnTo>
                  <a:pt x="2467" y="377"/>
                </a:lnTo>
                <a:lnTo>
                  <a:pt x="2470" y="376"/>
                </a:lnTo>
                <a:lnTo>
                  <a:pt x="2475" y="370"/>
                </a:lnTo>
                <a:lnTo>
                  <a:pt x="2480" y="365"/>
                </a:lnTo>
                <a:lnTo>
                  <a:pt x="2490" y="355"/>
                </a:lnTo>
                <a:lnTo>
                  <a:pt x="2495" y="350"/>
                </a:lnTo>
                <a:lnTo>
                  <a:pt x="2497" y="348"/>
                </a:lnTo>
                <a:lnTo>
                  <a:pt x="2506" y="338"/>
                </a:lnTo>
                <a:lnTo>
                  <a:pt x="2507" y="336"/>
                </a:lnTo>
                <a:lnTo>
                  <a:pt x="2511" y="335"/>
                </a:lnTo>
                <a:lnTo>
                  <a:pt x="2518" y="325"/>
                </a:lnTo>
                <a:lnTo>
                  <a:pt x="2519" y="323"/>
                </a:lnTo>
                <a:lnTo>
                  <a:pt x="2528" y="311"/>
                </a:lnTo>
                <a:lnTo>
                  <a:pt x="2533" y="306"/>
                </a:lnTo>
                <a:lnTo>
                  <a:pt x="2535" y="304"/>
                </a:lnTo>
                <a:lnTo>
                  <a:pt x="2536" y="302"/>
                </a:lnTo>
                <a:lnTo>
                  <a:pt x="2553" y="289"/>
                </a:lnTo>
                <a:lnTo>
                  <a:pt x="2557" y="284"/>
                </a:lnTo>
                <a:lnTo>
                  <a:pt x="2570" y="268"/>
                </a:lnTo>
                <a:lnTo>
                  <a:pt x="2572" y="267"/>
                </a:lnTo>
                <a:lnTo>
                  <a:pt x="2575" y="262"/>
                </a:lnTo>
                <a:lnTo>
                  <a:pt x="2582" y="256"/>
                </a:lnTo>
                <a:lnTo>
                  <a:pt x="2586" y="255"/>
                </a:lnTo>
                <a:lnTo>
                  <a:pt x="2596" y="248"/>
                </a:lnTo>
                <a:lnTo>
                  <a:pt x="2599" y="246"/>
                </a:lnTo>
                <a:lnTo>
                  <a:pt x="2621" y="236"/>
                </a:lnTo>
                <a:lnTo>
                  <a:pt x="2626" y="233"/>
                </a:lnTo>
                <a:lnTo>
                  <a:pt x="2631" y="231"/>
                </a:lnTo>
                <a:lnTo>
                  <a:pt x="2642" y="226"/>
                </a:lnTo>
                <a:lnTo>
                  <a:pt x="2652" y="221"/>
                </a:lnTo>
                <a:lnTo>
                  <a:pt x="2659" y="219"/>
                </a:lnTo>
                <a:lnTo>
                  <a:pt x="2667" y="221"/>
                </a:lnTo>
                <a:lnTo>
                  <a:pt x="2676" y="219"/>
                </a:lnTo>
                <a:lnTo>
                  <a:pt x="2703" y="217"/>
                </a:lnTo>
                <a:lnTo>
                  <a:pt x="2706" y="217"/>
                </a:lnTo>
                <a:lnTo>
                  <a:pt x="2718" y="216"/>
                </a:lnTo>
                <a:lnTo>
                  <a:pt x="2733" y="216"/>
                </a:lnTo>
                <a:lnTo>
                  <a:pt x="2739" y="216"/>
                </a:lnTo>
                <a:lnTo>
                  <a:pt x="2744" y="214"/>
                </a:lnTo>
                <a:lnTo>
                  <a:pt x="2752" y="211"/>
                </a:lnTo>
                <a:lnTo>
                  <a:pt x="2762" y="205"/>
                </a:lnTo>
                <a:lnTo>
                  <a:pt x="2790" y="195"/>
                </a:lnTo>
                <a:lnTo>
                  <a:pt x="2803" y="190"/>
                </a:lnTo>
                <a:lnTo>
                  <a:pt x="2812" y="185"/>
                </a:lnTo>
                <a:lnTo>
                  <a:pt x="2815" y="183"/>
                </a:lnTo>
                <a:lnTo>
                  <a:pt x="2827" y="187"/>
                </a:lnTo>
                <a:lnTo>
                  <a:pt x="2832" y="188"/>
                </a:lnTo>
                <a:lnTo>
                  <a:pt x="2839" y="187"/>
                </a:lnTo>
                <a:lnTo>
                  <a:pt x="2859" y="188"/>
                </a:lnTo>
                <a:lnTo>
                  <a:pt x="2878" y="185"/>
                </a:lnTo>
                <a:lnTo>
                  <a:pt x="2886" y="185"/>
                </a:lnTo>
                <a:lnTo>
                  <a:pt x="2941" y="182"/>
                </a:lnTo>
                <a:lnTo>
                  <a:pt x="2953" y="182"/>
                </a:lnTo>
                <a:lnTo>
                  <a:pt x="2988" y="182"/>
                </a:lnTo>
                <a:lnTo>
                  <a:pt x="3000" y="182"/>
                </a:lnTo>
                <a:lnTo>
                  <a:pt x="3021" y="182"/>
                </a:lnTo>
                <a:lnTo>
                  <a:pt x="3036" y="182"/>
                </a:lnTo>
                <a:lnTo>
                  <a:pt x="3050" y="183"/>
                </a:lnTo>
                <a:lnTo>
                  <a:pt x="3060" y="183"/>
                </a:lnTo>
                <a:lnTo>
                  <a:pt x="3068" y="183"/>
                </a:lnTo>
                <a:lnTo>
                  <a:pt x="3075" y="183"/>
                </a:lnTo>
                <a:lnTo>
                  <a:pt x="3084" y="185"/>
                </a:lnTo>
                <a:lnTo>
                  <a:pt x="3094" y="187"/>
                </a:lnTo>
                <a:lnTo>
                  <a:pt x="3106" y="188"/>
                </a:lnTo>
                <a:lnTo>
                  <a:pt x="3111" y="188"/>
                </a:lnTo>
                <a:lnTo>
                  <a:pt x="3118" y="188"/>
                </a:lnTo>
                <a:lnTo>
                  <a:pt x="3123" y="190"/>
                </a:lnTo>
                <a:lnTo>
                  <a:pt x="3135" y="197"/>
                </a:lnTo>
                <a:lnTo>
                  <a:pt x="3145" y="202"/>
                </a:lnTo>
                <a:lnTo>
                  <a:pt x="3167" y="207"/>
                </a:lnTo>
                <a:lnTo>
                  <a:pt x="3179" y="212"/>
                </a:lnTo>
                <a:lnTo>
                  <a:pt x="3191" y="212"/>
                </a:lnTo>
                <a:lnTo>
                  <a:pt x="3201" y="216"/>
                </a:lnTo>
                <a:lnTo>
                  <a:pt x="3211" y="217"/>
                </a:lnTo>
                <a:lnTo>
                  <a:pt x="3223" y="219"/>
                </a:lnTo>
                <a:lnTo>
                  <a:pt x="3230" y="221"/>
                </a:lnTo>
                <a:lnTo>
                  <a:pt x="3242" y="224"/>
                </a:lnTo>
                <a:lnTo>
                  <a:pt x="3254" y="229"/>
                </a:lnTo>
                <a:lnTo>
                  <a:pt x="3262" y="234"/>
                </a:lnTo>
                <a:lnTo>
                  <a:pt x="3279" y="248"/>
                </a:lnTo>
                <a:lnTo>
                  <a:pt x="3286" y="251"/>
                </a:lnTo>
                <a:lnTo>
                  <a:pt x="3296" y="263"/>
                </a:lnTo>
                <a:lnTo>
                  <a:pt x="3301" y="267"/>
                </a:lnTo>
                <a:lnTo>
                  <a:pt x="3317" y="272"/>
                </a:lnTo>
                <a:lnTo>
                  <a:pt x="3322" y="273"/>
                </a:lnTo>
                <a:lnTo>
                  <a:pt x="3330" y="275"/>
                </a:lnTo>
                <a:lnTo>
                  <a:pt x="3334" y="277"/>
                </a:lnTo>
                <a:lnTo>
                  <a:pt x="3345" y="279"/>
                </a:lnTo>
                <a:lnTo>
                  <a:pt x="3354" y="272"/>
                </a:lnTo>
                <a:lnTo>
                  <a:pt x="3364" y="277"/>
                </a:lnTo>
                <a:lnTo>
                  <a:pt x="3373" y="273"/>
                </a:lnTo>
                <a:lnTo>
                  <a:pt x="3381" y="285"/>
                </a:lnTo>
                <a:lnTo>
                  <a:pt x="3390" y="280"/>
                </a:lnTo>
                <a:lnTo>
                  <a:pt x="3402" y="285"/>
                </a:lnTo>
                <a:lnTo>
                  <a:pt x="3407" y="285"/>
                </a:lnTo>
                <a:lnTo>
                  <a:pt x="3410" y="287"/>
                </a:lnTo>
                <a:lnTo>
                  <a:pt x="3420" y="289"/>
                </a:lnTo>
                <a:lnTo>
                  <a:pt x="3427" y="287"/>
                </a:lnTo>
                <a:lnTo>
                  <a:pt x="3436" y="289"/>
                </a:lnTo>
                <a:lnTo>
                  <a:pt x="3449" y="294"/>
                </a:lnTo>
                <a:lnTo>
                  <a:pt x="3453" y="292"/>
                </a:lnTo>
                <a:lnTo>
                  <a:pt x="3454" y="285"/>
                </a:lnTo>
                <a:lnTo>
                  <a:pt x="3459" y="284"/>
                </a:lnTo>
                <a:lnTo>
                  <a:pt x="3458" y="270"/>
                </a:lnTo>
                <a:lnTo>
                  <a:pt x="3461" y="265"/>
                </a:lnTo>
                <a:lnTo>
                  <a:pt x="3466" y="262"/>
                </a:lnTo>
                <a:lnTo>
                  <a:pt x="3475" y="265"/>
                </a:lnTo>
                <a:lnTo>
                  <a:pt x="3478" y="258"/>
                </a:lnTo>
                <a:lnTo>
                  <a:pt x="3478" y="251"/>
                </a:lnTo>
                <a:lnTo>
                  <a:pt x="3471" y="239"/>
                </a:lnTo>
                <a:lnTo>
                  <a:pt x="3485" y="233"/>
                </a:lnTo>
                <a:lnTo>
                  <a:pt x="3488" y="228"/>
                </a:lnTo>
                <a:lnTo>
                  <a:pt x="3493" y="219"/>
                </a:lnTo>
                <a:lnTo>
                  <a:pt x="3505" y="217"/>
                </a:lnTo>
                <a:lnTo>
                  <a:pt x="3509" y="212"/>
                </a:lnTo>
                <a:lnTo>
                  <a:pt x="3522" y="217"/>
                </a:lnTo>
                <a:lnTo>
                  <a:pt x="3529" y="204"/>
                </a:lnTo>
                <a:lnTo>
                  <a:pt x="3536" y="207"/>
                </a:lnTo>
                <a:lnTo>
                  <a:pt x="3537" y="202"/>
                </a:lnTo>
                <a:lnTo>
                  <a:pt x="3544" y="200"/>
                </a:lnTo>
                <a:lnTo>
                  <a:pt x="3544" y="192"/>
                </a:lnTo>
                <a:lnTo>
                  <a:pt x="3558" y="187"/>
                </a:lnTo>
                <a:lnTo>
                  <a:pt x="3563" y="182"/>
                </a:lnTo>
                <a:lnTo>
                  <a:pt x="3560" y="175"/>
                </a:lnTo>
                <a:lnTo>
                  <a:pt x="3565" y="173"/>
                </a:lnTo>
                <a:lnTo>
                  <a:pt x="3577" y="171"/>
                </a:lnTo>
                <a:lnTo>
                  <a:pt x="3570" y="161"/>
                </a:lnTo>
                <a:lnTo>
                  <a:pt x="3583" y="158"/>
                </a:lnTo>
                <a:lnTo>
                  <a:pt x="3582" y="146"/>
                </a:lnTo>
                <a:lnTo>
                  <a:pt x="3592" y="148"/>
                </a:lnTo>
                <a:lnTo>
                  <a:pt x="3590" y="139"/>
                </a:lnTo>
                <a:lnTo>
                  <a:pt x="3605" y="144"/>
                </a:lnTo>
                <a:lnTo>
                  <a:pt x="3614" y="137"/>
                </a:lnTo>
                <a:lnTo>
                  <a:pt x="3619" y="139"/>
                </a:lnTo>
                <a:lnTo>
                  <a:pt x="3621" y="132"/>
                </a:lnTo>
                <a:lnTo>
                  <a:pt x="3634" y="132"/>
                </a:lnTo>
                <a:lnTo>
                  <a:pt x="3638" y="136"/>
                </a:lnTo>
                <a:lnTo>
                  <a:pt x="3643" y="127"/>
                </a:lnTo>
                <a:lnTo>
                  <a:pt x="3650" y="129"/>
                </a:lnTo>
                <a:lnTo>
                  <a:pt x="3662" y="120"/>
                </a:lnTo>
                <a:lnTo>
                  <a:pt x="3663" y="125"/>
                </a:lnTo>
                <a:lnTo>
                  <a:pt x="3656" y="127"/>
                </a:lnTo>
                <a:lnTo>
                  <a:pt x="3667" y="134"/>
                </a:lnTo>
                <a:lnTo>
                  <a:pt x="3672" y="125"/>
                </a:lnTo>
                <a:lnTo>
                  <a:pt x="3680" y="131"/>
                </a:lnTo>
                <a:lnTo>
                  <a:pt x="3679" y="124"/>
                </a:lnTo>
                <a:lnTo>
                  <a:pt x="3687" y="120"/>
                </a:lnTo>
                <a:lnTo>
                  <a:pt x="3685" y="132"/>
                </a:lnTo>
                <a:lnTo>
                  <a:pt x="3699" y="125"/>
                </a:lnTo>
                <a:lnTo>
                  <a:pt x="3706" y="134"/>
                </a:lnTo>
                <a:lnTo>
                  <a:pt x="3709" y="122"/>
                </a:lnTo>
                <a:lnTo>
                  <a:pt x="3719" y="117"/>
                </a:lnTo>
                <a:lnTo>
                  <a:pt x="3716" y="108"/>
                </a:lnTo>
                <a:lnTo>
                  <a:pt x="3726" y="107"/>
                </a:lnTo>
                <a:lnTo>
                  <a:pt x="3723" y="93"/>
                </a:lnTo>
                <a:lnTo>
                  <a:pt x="3731" y="90"/>
                </a:lnTo>
                <a:lnTo>
                  <a:pt x="3733" y="85"/>
                </a:lnTo>
                <a:lnTo>
                  <a:pt x="3738" y="83"/>
                </a:lnTo>
                <a:lnTo>
                  <a:pt x="3741" y="74"/>
                </a:lnTo>
                <a:lnTo>
                  <a:pt x="3752" y="69"/>
                </a:lnTo>
                <a:lnTo>
                  <a:pt x="3757" y="63"/>
                </a:lnTo>
                <a:lnTo>
                  <a:pt x="3762" y="64"/>
                </a:lnTo>
                <a:lnTo>
                  <a:pt x="3862" y="71"/>
                </a:lnTo>
                <a:lnTo>
                  <a:pt x="3903" y="129"/>
                </a:lnTo>
                <a:lnTo>
                  <a:pt x="3930" y="166"/>
                </a:lnTo>
                <a:lnTo>
                  <a:pt x="3937" y="177"/>
                </a:lnTo>
                <a:lnTo>
                  <a:pt x="3976" y="233"/>
                </a:lnTo>
                <a:lnTo>
                  <a:pt x="3988" y="246"/>
                </a:lnTo>
                <a:lnTo>
                  <a:pt x="4005" y="268"/>
                </a:lnTo>
                <a:lnTo>
                  <a:pt x="4013" y="280"/>
                </a:lnTo>
                <a:lnTo>
                  <a:pt x="4019" y="289"/>
                </a:lnTo>
                <a:lnTo>
                  <a:pt x="4036" y="382"/>
                </a:lnTo>
                <a:lnTo>
                  <a:pt x="4042" y="415"/>
                </a:lnTo>
                <a:lnTo>
                  <a:pt x="4046" y="411"/>
                </a:lnTo>
                <a:lnTo>
                  <a:pt x="4047" y="421"/>
                </a:lnTo>
                <a:lnTo>
                  <a:pt x="4061" y="479"/>
                </a:lnTo>
                <a:lnTo>
                  <a:pt x="4059" y="491"/>
                </a:lnTo>
                <a:lnTo>
                  <a:pt x="4051" y="500"/>
                </a:lnTo>
                <a:lnTo>
                  <a:pt x="4054" y="512"/>
                </a:lnTo>
                <a:lnTo>
                  <a:pt x="4059" y="510"/>
                </a:lnTo>
                <a:lnTo>
                  <a:pt x="4051" y="525"/>
                </a:lnTo>
                <a:lnTo>
                  <a:pt x="4056" y="525"/>
                </a:lnTo>
                <a:lnTo>
                  <a:pt x="4061" y="534"/>
                </a:lnTo>
                <a:lnTo>
                  <a:pt x="4070" y="541"/>
                </a:lnTo>
                <a:lnTo>
                  <a:pt x="4078" y="539"/>
                </a:lnTo>
                <a:lnTo>
                  <a:pt x="4088" y="537"/>
                </a:lnTo>
                <a:lnTo>
                  <a:pt x="4092" y="542"/>
                </a:lnTo>
                <a:lnTo>
                  <a:pt x="4092" y="537"/>
                </a:lnTo>
                <a:lnTo>
                  <a:pt x="4098" y="542"/>
                </a:lnTo>
                <a:lnTo>
                  <a:pt x="4105" y="537"/>
                </a:lnTo>
                <a:lnTo>
                  <a:pt x="4114" y="541"/>
                </a:lnTo>
                <a:lnTo>
                  <a:pt x="4122" y="542"/>
                </a:lnTo>
                <a:lnTo>
                  <a:pt x="4138" y="542"/>
                </a:lnTo>
                <a:lnTo>
                  <a:pt x="4141" y="539"/>
                </a:lnTo>
                <a:lnTo>
                  <a:pt x="4146" y="546"/>
                </a:lnTo>
                <a:lnTo>
                  <a:pt x="4153" y="542"/>
                </a:lnTo>
                <a:lnTo>
                  <a:pt x="4160" y="544"/>
                </a:lnTo>
                <a:lnTo>
                  <a:pt x="4165" y="552"/>
                </a:lnTo>
                <a:lnTo>
                  <a:pt x="4173" y="554"/>
                </a:lnTo>
                <a:lnTo>
                  <a:pt x="4170" y="564"/>
                </a:lnTo>
                <a:lnTo>
                  <a:pt x="4182" y="569"/>
                </a:lnTo>
                <a:lnTo>
                  <a:pt x="4183" y="578"/>
                </a:lnTo>
                <a:lnTo>
                  <a:pt x="4187" y="578"/>
                </a:lnTo>
                <a:lnTo>
                  <a:pt x="4183" y="586"/>
                </a:lnTo>
                <a:lnTo>
                  <a:pt x="4199" y="588"/>
                </a:lnTo>
                <a:lnTo>
                  <a:pt x="4204" y="598"/>
                </a:lnTo>
                <a:lnTo>
                  <a:pt x="4200" y="600"/>
                </a:lnTo>
                <a:lnTo>
                  <a:pt x="4206" y="603"/>
                </a:lnTo>
                <a:lnTo>
                  <a:pt x="4211" y="605"/>
                </a:lnTo>
                <a:lnTo>
                  <a:pt x="4216" y="600"/>
                </a:lnTo>
                <a:lnTo>
                  <a:pt x="4224" y="602"/>
                </a:lnTo>
                <a:lnTo>
                  <a:pt x="4228" y="612"/>
                </a:lnTo>
                <a:lnTo>
                  <a:pt x="4219" y="621"/>
                </a:lnTo>
                <a:lnTo>
                  <a:pt x="4221" y="629"/>
                </a:lnTo>
                <a:lnTo>
                  <a:pt x="4214" y="636"/>
                </a:lnTo>
                <a:lnTo>
                  <a:pt x="4219" y="646"/>
                </a:lnTo>
                <a:lnTo>
                  <a:pt x="4209" y="655"/>
                </a:lnTo>
                <a:lnTo>
                  <a:pt x="4212" y="661"/>
                </a:lnTo>
                <a:lnTo>
                  <a:pt x="4216" y="675"/>
                </a:lnTo>
                <a:lnTo>
                  <a:pt x="4221" y="683"/>
                </a:lnTo>
                <a:lnTo>
                  <a:pt x="4214" y="694"/>
                </a:lnTo>
                <a:lnTo>
                  <a:pt x="4217" y="700"/>
                </a:lnTo>
                <a:lnTo>
                  <a:pt x="4211" y="704"/>
                </a:lnTo>
                <a:lnTo>
                  <a:pt x="4204" y="716"/>
                </a:lnTo>
                <a:lnTo>
                  <a:pt x="4207" y="721"/>
                </a:lnTo>
                <a:lnTo>
                  <a:pt x="4204" y="726"/>
                </a:lnTo>
                <a:lnTo>
                  <a:pt x="4204" y="738"/>
                </a:lnTo>
                <a:lnTo>
                  <a:pt x="4207" y="745"/>
                </a:lnTo>
                <a:lnTo>
                  <a:pt x="4200" y="753"/>
                </a:lnTo>
                <a:lnTo>
                  <a:pt x="4194" y="757"/>
                </a:lnTo>
                <a:lnTo>
                  <a:pt x="4183" y="767"/>
                </a:lnTo>
                <a:lnTo>
                  <a:pt x="4190" y="777"/>
                </a:lnTo>
                <a:lnTo>
                  <a:pt x="4200" y="784"/>
                </a:lnTo>
                <a:lnTo>
                  <a:pt x="4209" y="791"/>
                </a:lnTo>
                <a:lnTo>
                  <a:pt x="4216" y="796"/>
                </a:lnTo>
                <a:lnTo>
                  <a:pt x="4216" y="797"/>
                </a:lnTo>
                <a:lnTo>
                  <a:pt x="4219" y="809"/>
                </a:lnTo>
                <a:lnTo>
                  <a:pt x="4216" y="821"/>
                </a:lnTo>
                <a:lnTo>
                  <a:pt x="4212" y="828"/>
                </a:lnTo>
                <a:lnTo>
                  <a:pt x="4214" y="837"/>
                </a:lnTo>
                <a:lnTo>
                  <a:pt x="4207" y="842"/>
                </a:lnTo>
                <a:lnTo>
                  <a:pt x="4192" y="847"/>
                </a:lnTo>
                <a:lnTo>
                  <a:pt x="4183" y="850"/>
                </a:lnTo>
                <a:lnTo>
                  <a:pt x="4172" y="855"/>
                </a:lnTo>
                <a:lnTo>
                  <a:pt x="4156" y="857"/>
                </a:lnTo>
                <a:lnTo>
                  <a:pt x="4151" y="860"/>
                </a:lnTo>
                <a:lnTo>
                  <a:pt x="4146" y="871"/>
                </a:lnTo>
                <a:lnTo>
                  <a:pt x="4141" y="876"/>
                </a:lnTo>
                <a:lnTo>
                  <a:pt x="4127" y="884"/>
                </a:lnTo>
                <a:lnTo>
                  <a:pt x="4115" y="886"/>
                </a:lnTo>
                <a:lnTo>
                  <a:pt x="4105" y="891"/>
                </a:lnTo>
                <a:lnTo>
                  <a:pt x="4100" y="894"/>
                </a:lnTo>
                <a:lnTo>
                  <a:pt x="4095" y="898"/>
                </a:lnTo>
                <a:lnTo>
                  <a:pt x="4090" y="901"/>
                </a:lnTo>
                <a:lnTo>
                  <a:pt x="4078" y="908"/>
                </a:lnTo>
                <a:lnTo>
                  <a:pt x="4075" y="915"/>
                </a:lnTo>
                <a:lnTo>
                  <a:pt x="4064" y="918"/>
                </a:lnTo>
                <a:lnTo>
                  <a:pt x="4061" y="922"/>
                </a:lnTo>
                <a:lnTo>
                  <a:pt x="4051" y="927"/>
                </a:lnTo>
                <a:lnTo>
                  <a:pt x="4044" y="932"/>
                </a:lnTo>
                <a:lnTo>
                  <a:pt x="4036" y="933"/>
                </a:lnTo>
                <a:lnTo>
                  <a:pt x="4027" y="930"/>
                </a:lnTo>
                <a:lnTo>
                  <a:pt x="4017" y="925"/>
                </a:lnTo>
                <a:lnTo>
                  <a:pt x="4007" y="920"/>
                </a:lnTo>
                <a:lnTo>
                  <a:pt x="4002" y="918"/>
                </a:lnTo>
                <a:lnTo>
                  <a:pt x="3996" y="916"/>
                </a:lnTo>
                <a:lnTo>
                  <a:pt x="3986" y="913"/>
                </a:lnTo>
                <a:lnTo>
                  <a:pt x="3985" y="913"/>
                </a:lnTo>
                <a:lnTo>
                  <a:pt x="3981" y="916"/>
                </a:lnTo>
                <a:lnTo>
                  <a:pt x="3979" y="928"/>
                </a:lnTo>
                <a:lnTo>
                  <a:pt x="3978" y="933"/>
                </a:lnTo>
                <a:lnTo>
                  <a:pt x="3971" y="940"/>
                </a:lnTo>
                <a:lnTo>
                  <a:pt x="3969" y="947"/>
                </a:lnTo>
                <a:lnTo>
                  <a:pt x="3962" y="952"/>
                </a:lnTo>
                <a:lnTo>
                  <a:pt x="3959" y="964"/>
                </a:lnTo>
                <a:lnTo>
                  <a:pt x="3951" y="969"/>
                </a:lnTo>
                <a:lnTo>
                  <a:pt x="3949" y="976"/>
                </a:lnTo>
                <a:lnTo>
                  <a:pt x="3944" y="981"/>
                </a:lnTo>
                <a:lnTo>
                  <a:pt x="3939" y="991"/>
                </a:lnTo>
                <a:lnTo>
                  <a:pt x="3927" y="1000"/>
                </a:lnTo>
                <a:lnTo>
                  <a:pt x="3927" y="1005"/>
                </a:lnTo>
                <a:lnTo>
                  <a:pt x="3923" y="1008"/>
                </a:lnTo>
                <a:lnTo>
                  <a:pt x="3918" y="1022"/>
                </a:lnTo>
                <a:lnTo>
                  <a:pt x="3905" y="1027"/>
                </a:lnTo>
                <a:lnTo>
                  <a:pt x="3889" y="1030"/>
                </a:lnTo>
                <a:lnTo>
                  <a:pt x="3884" y="1044"/>
                </a:lnTo>
                <a:lnTo>
                  <a:pt x="3879" y="1051"/>
                </a:lnTo>
                <a:lnTo>
                  <a:pt x="3877" y="1066"/>
                </a:lnTo>
                <a:lnTo>
                  <a:pt x="3874" y="1073"/>
                </a:lnTo>
                <a:lnTo>
                  <a:pt x="3876" y="1078"/>
                </a:lnTo>
                <a:lnTo>
                  <a:pt x="3867" y="1087"/>
                </a:lnTo>
                <a:lnTo>
                  <a:pt x="3864" y="1095"/>
                </a:lnTo>
                <a:lnTo>
                  <a:pt x="3860" y="1102"/>
                </a:lnTo>
                <a:lnTo>
                  <a:pt x="3859" y="1105"/>
                </a:lnTo>
                <a:lnTo>
                  <a:pt x="3857" y="1109"/>
                </a:lnTo>
                <a:lnTo>
                  <a:pt x="3855" y="1117"/>
                </a:lnTo>
                <a:lnTo>
                  <a:pt x="3852" y="1126"/>
                </a:lnTo>
                <a:lnTo>
                  <a:pt x="3850" y="1131"/>
                </a:lnTo>
                <a:lnTo>
                  <a:pt x="3840" y="1134"/>
                </a:lnTo>
                <a:lnTo>
                  <a:pt x="3832" y="1148"/>
                </a:lnTo>
                <a:lnTo>
                  <a:pt x="3825" y="1153"/>
                </a:lnTo>
                <a:lnTo>
                  <a:pt x="3830" y="1163"/>
                </a:lnTo>
                <a:lnTo>
                  <a:pt x="3826" y="1173"/>
                </a:lnTo>
                <a:lnTo>
                  <a:pt x="3826" y="1178"/>
                </a:lnTo>
                <a:lnTo>
                  <a:pt x="3830" y="1185"/>
                </a:lnTo>
                <a:lnTo>
                  <a:pt x="3838" y="1194"/>
                </a:lnTo>
                <a:lnTo>
                  <a:pt x="3832" y="1204"/>
                </a:lnTo>
                <a:lnTo>
                  <a:pt x="3830" y="1207"/>
                </a:lnTo>
                <a:lnTo>
                  <a:pt x="3823" y="1214"/>
                </a:lnTo>
                <a:lnTo>
                  <a:pt x="3820" y="1226"/>
                </a:lnTo>
                <a:lnTo>
                  <a:pt x="3821" y="1236"/>
                </a:lnTo>
                <a:lnTo>
                  <a:pt x="3816" y="1240"/>
                </a:lnTo>
                <a:lnTo>
                  <a:pt x="3816" y="1248"/>
                </a:lnTo>
                <a:lnTo>
                  <a:pt x="3816" y="1257"/>
                </a:lnTo>
                <a:lnTo>
                  <a:pt x="3816" y="1262"/>
                </a:lnTo>
                <a:lnTo>
                  <a:pt x="3811" y="1277"/>
                </a:lnTo>
                <a:lnTo>
                  <a:pt x="3811" y="1282"/>
                </a:lnTo>
                <a:lnTo>
                  <a:pt x="3803" y="1291"/>
                </a:lnTo>
                <a:lnTo>
                  <a:pt x="3803" y="1298"/>
                </a:lnTo>
                <a:lnTo>
                  <a:pt x="3798" y="1309"/>
                </a:lnTo>
                <a:lnTo>
                  <a:pt x="3794" y="1320"/>
                </a:lnTo>
                <a:lnTo>
                  <a:pt x="3787" y="1330"/>
                </a:lnTo>
                <a:lnTo>
                  <a:pt x="3779" y="1335"/>
                </a:lnTo>
                <a:lnTo>
                  <a:pt x="3772" y="1333"/>
                </a:lnTo>
                <a:lnTo>
                  <a:pt x="3757" y="1337"/>
                </a:lnTo>
                <a:lnTo>
                  <a:pt x="3750" y="1347"/>
                </a:lnTo>
                <a:lnTo>
                  <a:pt x="3738" y="1350"/>
                </a:lnTo>
                <a:lnTo>
                  <a:pt x="3731" y="1359"/>
                </a:lnTo>
                <a:lnTo>
                  <a:pt x="3730" y="1366"/>
                </a:lnTo>
                <a:lnTo>
                  <a:pt x="3728" y="1376"/>
                </a:lnTo>
                <a:lnTo>
                  <a:pt x="3733" y="1379"/>
                </a:lnTo>
                <a:lnTo>
                  <a:pt x="3743" y="1386"/>
                </a:lnTo>
                <a:lnTo>
                  <a:pt x="3741" y="1389"/>
                </a:lnTo>
                <a:lnTo>
                  <a:pt x="3740" y="1400"/>
                </a:lnTo>
                <a:lnTo>
                  <a:pt x="3730" y="1403"/>
                </a:lnTo>
                <a:lnTo>
                  <a:pt x="3724" y="1410"/>
                </a:lnTo>
                <a:lnTo>
                  <a:pt x="3724" y="1417"/>
                </a:lnTo>
                <a:lnTo>
                  <a:pt x="3730" y="1427"/>
                </a:lnTo>
                <a:lnTo>
                  <a:pt x="3736" y="1429"/>
                </a:lnTo>
                <a:lnTo>
                  <a:pt x="3748" y="1439"/>
                </a:lnTo>
                <a:lnTo>
                  <a:pt x="3743" y="1447"/>
                </a:lnTo>
                <a:lnTo>
                  <a:pt x="3735" y="1454"/>
                </a:lnTo>
                <a:lnTo>
                  <a:pt x="3731" y="1461"/>
                </a:lnTo>
                <a:lnTo>
                  <a:pt x="3733" y="1469"/>
                </a:lnTo>
                <a:lnTo>
                  <a:pt x="3730" y="1483"/>
                </a:lnTo>
                <a:lnTo>
                  <a:pt x="3723" y="1490"/>
                </a:lnTo>
                <a:lnTo>
                  <a:pt x="3724" y="1495"/>
                </a:lnTo>
                <a:lnTo>
                  <a:pt x="3723" y="1502"/>
                </a:lnTo>
                <a:lnTo>
                  <a:pt x="3724" y="1512"/>
                </a:lnTo>
                <a:lnTo>
                  <a:pt x="3721" y="1524"/>
                </a:lnTo>
                <a:lnTo>
                  <a:pt x="3714" y="1534"/>
                </a:lnTo>
                <a:lnTo>
                  <a:pt x="3707" y="1534"/>
                </a:lnTo>
                <a:lnTo>
                  <a:pt x="3704" y="1542"/>
                </a:lnTo>
                <a:lnTo>
                  <a:pt x="3689" y="1541"/>
                </a:lnTo>
                <a:lnTo>
                  <a:pt x="3675" y="1544"/>
                </a:lnTo>
                <a:lnTo>
                  <a:pt x="3672" y="1549"/>
                </a:lnTo>
                <a:lnTo>
                  <a:pt x="3665" y="1548"/>
                </a:lnTo>
                <a:lnTo>
                  <a:pt x="3653" y="1551"/>
                </a:lnTo>
                <a:lnTo>
                  <a:pt x="3653" y="1553"/>
                </a:lnTo>
                <a:lnTo>
                  <a:pt x="3646" y="1556"/>
                </a:lnTo>
                <a:lnTo>
                  <a:pt x="3636" y="1566"/>
                </a:lnTo>
                <a:lnTo>
                  <a:pt x="3633" y="1565"/>
                </a:lnTo>
                <a:lnTo>
                  <a:pt x="3633" y="1568"/>
                </a:lnTo>
                <a:lnTo>
                  <a:pt x="3624" y="1577"/>
                </a:lnTo>
                <a:lnTo>
                  <a:pt x="3621" y="1583"/>
                </a:lnTo>
                <a:lnTo>
                  <a:pt x="3612" y="1585"/>
                </a:lnTo>
                <a:lnTo>
                  <a:pt x="3605" y="1590"/>
                </a:lnTo>
                <a:lnTo>
                  <a:pt x="3599" y="1592"/>
                </a:lnTo>
                <a:lnTo>
                  <a:pt x="3595" y="1600"/>
                </a:lnTo>
                <a:lnTo>
                  <a:pt x="3588" y="1599"/>
                </a:lnTo>
                <a:lnTo>
                  <a:pt x="3595" y="1607"/>
                </a:lnTo>
                <a:lnTo>
                  <a:pt x="3609" y="1605"/>
                </a:lnTo>
                <a:lnTo>
                  <a:pt x="3614" y="1609"/>
                </a:lnTo>
                <a:lnTo>
                  <a:pt x="3611" y="1621"/>
                </a:lnTo>
                <a:lnTo>
                  <a:pt x="3612" y="1631"/>
                </a:lnTo>
                <a:lnTo>
                  <a:pt x="3612" y="1645"/>
                </a:lnTo>
                <a:lnTo>
                  <a:pt x="3607" y="1653"/>
                </a:lnTo>
                <a:lnTo>
                  <a:pt x="3602" y="1667"/>
                </a:lnTo>
                <a:lnTo>
                  <a:pt x="3602" y="1677"/>
                </a:lnTo>
                <a:lnTo>
                  <a:pt x="3607" y="1690"/>
                </a:lnTo>
                <a:lnTo>
                  <a:pt x="3602" y="1694"/>
                </a:lnTo>
                <a:lnTo>
                  <a:pt x="3604" y="1699"/>
                </a:lnTo>
                <a:lnTo>
                  <a:pt x="3602" y="1701"/>
                </a:lnTo>
                <a:lnTo>
                  <a:pt x="3599" y="1716"/>
                </a:lnTo>
                <a:lnTo>
                  <a:pt x="3599" y="1721"/>
                </a:lnTo>
                <a:lnTo>
                  <a:pt x="3595" y="1733"/>
                </a:lnTo>
                <a:lnTo>
                  <a:pt x="3587" y="1738"/>
                </a:lnTo>
                <a:lnTo>
                  <a:pt x="3583" y="1743"/>
                </a:lnTo>
                <a:lnTo>
                  <a:pt x="3575" y="1750"/>
                </a:lnTo>
                <a:lnTo>
                  <a:pt x="3571" y="1752"/>
                </a:lnTo>
                <a:lnTo>
                  <a:pt x="3571" y="1753"/>
                </a:lnTo>
                <a:lnTo>
                  <a:pt x="3570" y="1757"/>
                </a:lnTo>
                <a:lnTo>
                  <a:pt x="3570" y="1764"/>
                </a:lnTo>
                <a:lnTo>
                  <a:pt x="3571" y="1777"/>
                </a:lnTo>
                <a:lnTo>
                  <a:pt x="3571" y="1787"/>
                </a:lnTo>
                <a:lnTo>
                  <a:pt x="3571" y="1793"/>
                </a:lnTo>
                <a:lnTo>
                  <a:pt x="3573" y="1801"/>
                </a:lnTo>
                <a:lnTo>
                  <a:pt x="3571" y="1808"/>
                </a:lnTo>
                <a:lnTo>
                  <a:pt x="3568" y="1818"/>
                </a:lnTo>
                <a:lnTo>
                  <a:pt x="3563" y="1820"/>
                </a:lnTo>
                <a:lnTo>
                  <a:pt x="3549" y="1816"/>
                </a:lnTo>
                <a:lnTo>
                  <a:pt x="3544" y="1820"/>
                </a:lnTo>
                <a:lnTo>
                  <a:pt x="3543" y="1827"/>
                </a:lnTo>
                <a:lnTo>
                  <a:pt x="3541" y="1837"/>
                </a:lnTo>
                <a:lnTo>
                  <a:pt x="3537" y="1840"/>
                </a:lnTo>
                <a:lnTo>
                  <a:pt x="3534" y="1849"/>
                </a:lnTo>
                <a:lnTo>
                  <a:pt x="3527" y="1857"/>
                </a:lnTo>
                <a:lnTo>
                  <a:pt x="3515" y="1857"/>
                </a:lnTo>
                <a:lnTo>
                  <a:pt x="3512" y="1861"/>
                </a:lnTo>
                <a:lnTo>
                  <a:pt x="3509" y="1864"/>
                </a:lnTo>
                <a:lnTo>
                  <a:pt x="3498" y="1872"/>
                </a:lnTo>
                <a:lnTo>
                  <a:pt x="3495" y="1872"/>
                </a:lnTo>
                <a:lnTo>
                  <a:pt x="3483" y="1867"/>
                </a:lnTo>
                <a:lnTo>
                  <a:pt x="3471" y="1867"/>
                </a:lnTo>
                <a:lnTo>
                  <a:pt x="3464" y="1862"/>
                </a:lnTo>
                <a:lnTo>
                  <a:pt x="3458" y="1864"/>
                </a:lnTo>
                <a:lnTo>
                  <a:pt x="3456" y="1874"/>
                </a:lnTo>
                <a:lnTo>
                  <a:pt x="3449" y="1883"/>
                </a:lnTo>
                <a:lnTo>
                  <a:pt x="3447" y="1886"/>
                </a:lnTo>
                <a:lnTo>
                  <a:pt x="3442" y="1900"/>
                </a:lnTo>
                <a:lnTo>
                  <a:pt x="3437" y="1910"/>
                </a:lnTo>
                <a:lnTo>
                  <a:pt x="3430" y="1910"/>
                </a:lnTo>
                <a:lnTo>
                  <a:pt x="3427" y="1913"/>
                </a:lnTo>
                <a:lnTo>
                  <a:pt x="3415" y="1918"/>
                </a:lnTo>
                <a:lnTo>
                  <a:pt x="3402" y="1918"/>
                </a:lnTo>
                <a:lnTo>
                  <a:pt x="3395" y="1920"/>
                </a:lnTo>
                <a:lnTo>
                  <a:pt x="3386" y="1925"/>
                </a:lnTo>
                <a:lnTo>
                  <a:pt x="3378" y="1927"/>
                </a:lnTo>
                <a:lnTo>
                  <a:pt x="3374" y="1932"/>
                </a:lnTo>
                <a:lnTo>
                  <a:pt x="3369" y="1942"/>
                </a:lnTo>
                <a:lnTo>
                  <a:pt x="3368" y="1952"/>
                </a:lnTo>
                <a:lnTo>
                  <a:pt x="3369" y="1956"/>
                </a:lnTo>
                <a:lnTo>
                  <a:pt x="3373" y="1964"/>
                </a:lnTo>
                <a:lnTo>
                  <a:pt x="3374" y="1971"/>
                </a:lnTo>
                <a:lnTo>
                  <a:pt x="3378" y="1983"/>
                </a:lnTo>
                <a:lnTo>
                  <a:pt x="3379" y="1988"/>
                </a:lnTo>
                <a:lnTo>
                  <a:pt x="3379" y="1995"/>
                </a:lnTo>
                <a:lnTo>
                  <a:pt x="3381" y="2007"/>
                </a:lnTo>
                <a:lnTo>
                  <a:pt x="3379" y="2020"/>
                </a:lnTo>
                <a:lnTo>
                  <a:pt x="3381" y="2022"/>
                </a:lnTo>
                <a:lnTo>
                  <a:pt x="3378" y="2032"/>
                </a:lnTo>
                <a:lnTo>
                  <a:pt x="3368" y="2039"/>
                </a:lnTo>
                <a:lnTo>
                  <a:pt x="3361" y="2048"/>
                </a:lnTo>
                <a:lnTo>
                  <a:pt x="3366" y="2049"/>
                </a:lnTo>
                <a:lnTo>
                  <a:pt x="3364" y="2055"/>
                </a:lnTo>
                <a:lnTo>
                  <a:pt x="3368" y="2060"/>
                </a:lnTo>
                <a:lnTo>
                  <a:pt x="3368" y="2073"/>
                </a:lnTo>
                <a:lnTo>
                  <a:pt x="3369" y="2085"/>
                </a:lnTo>
                <a:lnTo>
                  <a:pt x="3364" y="2095"/>
                </a:lnTo>
                <a:lnTo>
                  <a:pt x="3357" y="2100"/>
                </a:lnTo>
                <a:lnTo>
                  <a:pt x="3359" y="2106"/>
                </a:lnTo>
                <a:lnTo>
                  <a:pt x="3347" y="2116"/>
                </a:lnTo>
                <a:lnTo>
                  <a:pt x="3347" y="2124"/>
                </a:lnTo>
                <a:lnTo>
                  <a:pt x="3340" y="2133"/>
                </a:lnTo>
                <a:lnTo>
                  <a:pt x="3335" y="2136"/>
                </a:lnTo>
                <a:lnTo>
                  <a:pt x="3323" y="2143"/>
                </a:lnTo>
                <a:lnTo>
                  <a:pt x="3320" y="2151"/>
                </a:lnTo>
                <a:lnTo>
                  <a:pt x="3313" y="2165"/>
                </a:lnTo>
                <a:lnTo>
                  <a:pt x="3311" y="2172"/>
                </a:lnTo>
                <a:lnTo>
                  <a:pt x="3306" y="2180"/>
                </a:lnTo>
                <a:lnTo>
                  <a:pt x="3305" y="2189"/>
                </a:lnTo>
                <a:lnTo>
                  <a:pt x="3298" y="2203"/>
                </a:lnTo>
                <a:lnTo>
                  <a:pt x="3298" y="2209"/>
                </a:lnTo>
                <a:lnTo>
                  <a:pt x="3301" y="2218"/>
                </a:lnTo>
                <a:lnTo>
                  <a:pt x="3300" y="2221"/>
                </a:lnTo>
                <a:lnTo>
                  <a:pt x="3301" y="2238"/>
                </a:lnTo>
                <a:lnTo>
                  <a:pt x="3303" y="2250"/>
                </a:lnTo>
                <a:lnTo>
                  <a:pt x="3294" y="2254"/>
                </a:lnTo>
                <a:lnTo>
                  <a:pt x="3284" y="2260"/>
                </a:lnTo>
                <a:lnTo>
                  <a:pt x="3272" y="2264"/>
                </a:lnTo>
                <a:lnTo>
                  <a:pt x="3267" y="2269"/>
                </a:lnTo>
                <a:lnTo>
                  <a:pt x="3259" y="2279"/>
                </a:lnTo>
                <a:lnTo>
                  <a:pt x="3259" y="2282"/>
                </a:lnTo>
                <a:lnTo>
                  <a:pt x="3254" y="2286"/>
                </a:lnTo>
                <a:lnTo>
                  <a:pt x="3245" y="2294"/>
                </a:lnTo>
                <a:lnTo>
                  <a:pt x="3240" y="2306"/>
                </a:lnTo>
                <a:lnTo>
                  <a:pt x="3232" y="2316"/>
                </a:lnTo>
                <a:lnTo>
                  <a:pt x="3228" y="2328"/>
                </a:lnTo>
                <a:lnTo>
                  <a:pt x="3223" y="2333"/>
                </a:lnTo>
                <a:lnTo>
                  <a:pt x="3220" y="2347"/>
                </a:lnTo>
                <a:lnTo>
                  <a:pt x="3221" y="2354"/>
                </a:lnTo>
                <a:lnTo>
                  <a:pt x="3223" y="2366"/>
                </a:lnTo>
                <a:lnTo>
                  <a:pt x="3223" y="2369"/>
                </a:lnTo>
                <a:lnTo>
                  <a:pt x="3226" y="2381"/>
                </a:lnTo>
                <a:lnTo>
                  <a:pt x="3228" y="2386"/>
                </a:lnTo>
                <a:lnTo>
                  <a:pt x="3230" y="2388"/>
                </a:lnTo>
                <a:lnTo>
                  <a:pt x="3228" y="2396"/>
                </a:lnTo>
                <a:lnTo>
                  <a:pt x="3238" y="2408"/>
                </a:lnTo>
                <a:lnTo>
                  <a:pt x="3232" y="2415"/>
                </a:lnTo>
                <a:lnTo>
                  <a:pt x="3223" y="2417"/>
                </a:lnTo>
                <a:lnTo>
                  <a:pt x="3218" y="2415"/>
                </a:lnTo>
                <a:lnTo>
                  <a:pt x="3204" y="2413"/>
                </a:lnTo>
                <a:lnTo>
                  <a:pt x="3192" y="2415"/>
                </a:lnTo>
                <a:lnTo>
                  <a:pt x="3191" y="2425"/>
                </a:lnTo>
                <a:lnTo>
                  <a:pt x="3181" y="2430"/>
                </a:lnTo>
                <a:lnTo>
                  <a:pt x="3172" y="2442"/>
                </a:lnTo>
                <a:lnTo>
                  <a:pt x="3165" y="2442"/>
                </a:lnTo>
                <a:lnTo>
                  <a:pt x="3158" y="2449"/>
                </a:lnTo>
                <a:lnTo>
                  <a:pt x="3158" y="2454"/>
                </a:lnTo>
                <a:lnTo>
                  <a:pt x="3152" y="2468"/>
                </a:lnTo>
                <a:lnTo>
                  <a:pt x="3145" y="2470"/>
                </a:lnTo>
                <a:lnTo>
                  <a:pt x="3140" y="2480"/>
                </a:lnTo>
                <a:lnTo>
                  <a:pt x="3136" y="2485"/>
                </a:lnTo>
                <a:lnTo>
                  <a:pt x="3135" y="2488"/>
                </a:lnTo>
                <a:lnTo>
                  <a:pt x="3147" y="2495"/>
                </a:lnTo>
                <a:lnTo>
                  <a:pt x="3143" y="2504"/>
                </a:lnTo>
                <a:lnTo>
                  <a:pt x="3148" y="2505"/>
                </a:lnTo>
                <a:lnTo>
                  <a:pt x="3141" y="2515"/>
                </a:lnTo>
                <a:lnTo>
                  <a:pt x="3147" y="2529"/>
                </a:lnTo>
                <a:lnTo>
                  <a:pt x="3145" y="2533"/>
                </a:lnTo>
                <a:lnTo>
                  <a:pt x="3135" y="2538"/>
                </a:lnTo>
                <a:lnTo>
                  <a:pt x="3135" y="2550"/>
                </a:lnTo>
                <a:lnTo>
                  <a:pt x="3133" y="2553"/>
                </a:lnTo>
                <a:lnTo>
                  <a:pt x="3135" y="2558"/>
                </a:lnTo>
                <a:lnTo>
                  <a:pt x="3124" y="2565"/>
                </a:lnTo>
                <a:lnTo>
                  <a:pt x="3124" y="2573"/>
                </a:lnTo>
                <a:lnTo>
                  <a:pt x="3116" y="2578"/>
                </a:lnTo>
                <a:lnTo>
                  <a:pt x="3102" y="2577"/>
                </a:lnTo>
                <a:lnTo>
                  <a:pt x="3090" y="2580"/>
                </a:lnTo>
                <a:lnTo>
                  <a:pt x="3089" y="2582"/>
                </a:lnTo>
                <a:lnTo>
                  <a:pt x="3092" y="2597"/>
                </a:lnTo>
                <a:lnTo>
                  <a:pt x="3085" y="2601"/>
                </a:lnTo>
                <a:lnTo>
                  <a:pt x="3089" y="2606"/>
                </a:lnTo>
                <a:lnTo>
                  <a:pt x="3079" y="2604"/>
                </a:lnTo>
                <a:lnTo>
                  <a:pt x="3065" y="2606"/>
                </a:lnTo>
                <a:lnTo>
                  <a:pt x="3062" y="2614"/>
                </a:lnTo>
                <a:lnTo>
                  <a:pt x="3048" y="2611"/>
                </a:lnTo>
                <a:lnTo>
                  <a:pt x="3036" y="2602"/>
                </a:lnTo>
                <a:lnTo>
                  <a:pt x="3024" y="2607"/>
                </a:lnTo>
                <a:lnTo>
                  <a:pt x="3021" y="2602"/>
                </a:lnTo>
                <a:lnTo>
                  <a:pt x="3007" y="2602"/>
                </a:lnTo>
                <a:lnTo>
                  <a:pt x="2997" y="2594"/>
                </a:lnTo>
                <a:lnTo>
                  <a:pt x="2987" y="2601"/>
                </a:lnTo>
                <a:lnTo>
                  <a:pt x="2973" y="2601"/>
                </a:lnTo>
                <a:lnTo>
                  <a:pt x="2971" y="2590"/>
                </a:lnTo>
                <a:lnTo>
                  <a:pt x="2973" y="2580"/>
                </a:lnTo>
                <a:lnTo>
                  <a:pt x="2970" y="2572"/>
                </a:lnTo>
                <a:lnTo>
                  <a:pt x="2971" y="2556"/>
                </a:lnTo>
                <a:lnTo>
                  <a:pt x="2973" y="2553"/>
                </a:lnTo>
                <a:lnTo>
                  <a:pt x="2971" y="2551"/>
                </a:lnTo>
                <a:lnTo>
                  <a:pt x="2963" y="2541"/>
                </a:lnTo>
                <a:lnTo>
                  <a:pt x="2960" y="2539"/>
                </a:lnTo>
                <a:lnTo>
                  <a:pt x="2949" y="2539"/>
                </a:lnTo>
                <a:lnTo>
                  <a:pt x="2944" y="2543"/>
                </a:lnTo>
                <a:lnTo>
                  <a:pt x="2936" y="2548"/>
                </a:lnTo>
                <a:lnTo>
                  <a:pt x="2934" y="2546"/>
                </a:lnTo>
                <a:lnTo>
                  <a:pt x="2934" y="2548"/>
                </a:lnTo>
                <a:lnTo>
                  <a:pt x="2919" y="2548"/>
                </a:lnTo>
                <a:lnTo>
                  <a:pt x="2909" y="2541"/>
                </a:lnTo>
                <a:lnTo>
                  <a:pt x="2907" y="2529"/>
                </a:lnTo>
                <a:lnTo>
                  <a:pt x="2907" y="2521"/>
                </a:lnTo>
                <a:lnTo>
                  <a:pt x="2903" y="2519"/>
                </a:lnTo>
                <a:lnTo>
                  <a:pt x="2902" y="2522"/>
                </a:lnTo>
                <a:lnTo>
                  <a:pt x="2895" y="2510"/>
                </a:lnTo>
                <a:lnTo>
                  <a:pt x="2881" y="2504"/>
                </a:lnTo>
                <a:lnTo>
                  <a:pt x="2873" y="2493"/>
                </a:lnTo>
                <a:lnTo>
                  <a:pt x="2873" y="2488"/>
                </a:lnTo>
                <a:lnTo>
                  <a:pt x="2876" y="2485"/>
                </a:lnTo>
                <a:lnTo>
                  <a:pt x="2875" y="2481"/>
                </a:lnTo>
                <a:lnTo>
                  <a:pt x="2880" y="2468"/>
                </a:lnTo>
                <a:lnTo>
                  <a:pt x="2881" y="2464"/>
                </a:lnTo>
                <a:lnTo>
                  <a:pt x="2881" y="2459"/>
                </a:lnTo>
                <a:lnTo>
                  <a:pt x="2868" y="2451"/>
                </a:lnTo>
                <a:lnTo>
                  <a:pt x="2861" y="2449"/>
                </a:lnTo>
                <a:lnTo>
                  <a:pt x="2856" y="2454"/>
                </a:lnTo>
                <a:lnTo>
                  <a:pt x="2846" y="2442"/>
                </a:lnTo>
                <a:lnTo>
                  <a:pt x="2839" y="2442"/>
                </a:lnTo>
                <a:lnTo>
                  <a:pt x="2827" y="2432"/>
                </a:lnTo>
                <a:lnTo>
                  <a:pt x="2825" y="2424"/>
                </a:lnTo>
                <a:lnTo>
                  <a:pt x="2817" y="2420"/>
                </a:lnTo>
                <a:lnTo>
                  <a:pt x="2805" y="2420"/>
                </a:lnTo>
                <a:lnTo>
                  <a:pt x="2795" y="2410"/>
                </a:lnTo>
                <a:lnTo>
                  <a:pt x="2800" y="2400"/>
                </a:lnTo>
                <a:lnTo>
                  <a:pt x="2796" y="2390"/>
                </a:lnTo>
                <a:lnTo>
                  <a:pt x="2788" y="2381"/>
                </a:lnTo>
                <a:lnTo>
                  <a:pt x="2784" y="2388"/>
                </a:lnTo>
                <a:lnTo>
                  <a:pt x="2783" y="2403"/>
                </a:lnTo>
                <a:lnTo>
                  <a:pt x="2784" y="2407"/>
                </a:lnTo>
                <a:lnTo>
                  <a:pt x="2783" y="2408"/>
                </a:lnTo>
                <a:lnTo>
                  <a:pt x="2783" y="2419"/>
                </a:lnTo>
                <a:lnTo>
                  <a:pt x="2783" y="2425"/>
                </a:lnTo>
                <a:lnTo>
                  <a:pt x="2781" y="2437"/>
                </a:lnTo>
                <a:lnTo>
                  <a:pt x="2779" y="2446"/>
                </a:lnTo>
                <a:lnTo>
                  <a:pt x="2776" y="2453"/>
                </a:lnTo>
                <a:lnTo>
                  <a:pt x="2776" y="2459"/>
                </a:lnTo>
                <a:lnTo>
                  <a:pt x="2771" y="2464"/>
                </a:lnTo>
                <a:lnTo>
                  <a:pt x="2761" y="2468"/>
                </a:lnTo>
                <a:lnTo>
                  <a:pt x="2759" y="2473"/>
                </a:lnTo>
                <a:lnTo>
                  <a:pt x="2750" y="2466"/>
                </a:lnTo>
                <a:lnTo>
                  <a:pt x="2735" y="2470"/>
                </a:lnTo>
                <a:lnTo>
                  <a:pt x="2727" y="2468"/>
                </a:lnTo>
                <a:lnTo>
                  <a:pt x="2716" y="2470"/>
                </a:lnTo>
                <a:lnTo>
                  <a:pt x="2710" y="2471"/>
                </a:lnTo>
                <a:lnTo>
                  <a:pt x="2703" y="2471"/>
                </a:lnTo>
                <a:lnTo>
                  <a:pt x="2691" y="2473"/>
                </a:lnTo>
                <a:lnTo>
                  <a:pt x="2674" y="2475"/>
                </a:lnTo>
                <a:lnTo>
                  <a:pt x="2662" y="2476"/>
                </a:lnTo>
                <a:lnTo>
                  <a:pt x="2655" y="2468"/>
                </a:lnTo>
                <a:lnTo>
                  <a:pt x="2650" y="2463"/>
                </a:lnTo>
                <a:lnTo>
                  <a:pt x="2647" y="2458"/>
                </a:lnTo>
                <a:lnTo>
                  <a:pt x="2648" y="2442"/>
                </a:lnTo>
                <a:lnTo>
                  <a:pt x="2643" y="2437"/>
                </a:lnTo>
                <a:lnTo>
                  <a:pt x="2647" y="2434"/>
                </a:lnTo>
                <a:lnTo>
                  <a:pt x="2638" y="2424"/>
                </a:lnTo>
                <a:lnTo>
                  <a:pt x="2637" y="2430"/>
                </a:lnTo>
                <a:lnTo>
                  <a:pt x="2626" y="2436"/>
                </a:lnTo>
                <a:lnTo>
                  <a:pt x="2621" y="2444"/>
                </a:lnTo>
                <a:lnTo>
                  <a:pt x="2611" y="2451"/>
                </a:lnTo>
                <a:lnTo>
                  <a:pt x="2594" y="2466"/>
                </a:lnTo>
                <a:lnTo>
                  <a:pt x="2589" y="2471"/>
                </a:lnTo>
                <a:lnTo>
                  <a:pt x="2587" y="2473"/>
                </a:lnTo>
                <a:lnTo>
                  <a:pt x="2575" y="2483"/>
                </a:lnTo>
                <a:lnTo>
                  <a:pt x="2572" y="2488"/>
                </a:lnTo>
                <a:lnTo>
                  <a:pt x="2565" y="2498"/>
                </a:lnTo>
                <a:lnTo>
                  <a:pt x="2555" y="2504"/>
                </a:lnTo>
                <a:lnTo>
                  <a:pt x="2546" y="2512"/>
                </a:lnTo>
                <a:lnTo>
                  <a:pt x="2543" y="2519"/>
                </a:lnTo>
                <a:lnTo>
                  <a:pt x="2535" y="2515"/>
                </a:lnTo>
                <a:lnTo>
                  <a:pt x="2524" y="2515"/>
                </a:lnTo>
                <a:lnTo>
                  <a:pt x="2509" y="2512"/>
                </a:lnTo>
                <a:lnTo>
                  <a:pt x="2507" y="2510"/>
                </a:lnTo>
                <a:lnTo>
                  <a:pt x="2502" y="2522"/>
                </a:lnTo>
                <a:lnTo>
                  <a:pt x="2504" y="2527"/>
                </a:lnTo>
                <a:lnTo>
                  <a:pt x="2501" y="2538"/>
                </a:lnTo>
                <a:lnTo>
                  <a:pt x="2501" y="2543"/>
                </a:lnTo>
                <a:lnTo>
                  <a:pt x="2499" y="2544"/>
                </a:lnTo>
                <a:lnTo>
                  <a:pt x="2502" y="2548"/>
                </a:lnTo>
                <a:lnTo>
                  <a:pt x="2501" y="2560"/>
                </a:lnTo>
                <a:lnTo>
                  <a:pt x="2495" y="2561"/>
                </a:lnTo>
                <a:lnTo>
                  <a:pt x="2490" y="2577"/>
                </a:lnTo>
                <a:lnTo>
                  <a:pt x="2489" y="2580"/>
                </a:lnTo>
                <a:lnTo>
                  <a:pt x="2487" y="2592"/>
                </a:lnTo>
                <a:lnTo>
                  <a:pt x="2485" y="2597"/>
                </a:lnTo>
                <a:lnTo>
                  <a:pt x="2482" y="2611"/>
                </a:lnTo>
                <a:lnTo>
                  <a:pt x="2467" y="2611"/>
                </a:lnTo>
                <a:lnTo>
                  <a:pt x="2461" y="2604"/>
                </a:lnTo>
                <a:lnTo>
                  <a:pt x="2456" y="2607"/>
                </a:lnTo>
                <a:lnTo>
                  <a:pt x="2444" y="2604"/>
                </a:lnTo>
                <a:lnTo>
                  <a:pt x="2439" y="2611"/>
                </a:lnTo>
                <a:lnTo>
                  <a:pt x="2439" y="2623"/>
                </a:lnTo>
                <a:lnTo>
                  <a:pt x="2424" y="2633"/>
                </a:lnTo>
                <a:lnTo>
                  <a:pt x="2414" y="2635"/>
                </a:lnTo>
                <a:lnTo>
                  <a:pt x="2407" y="2635"/>
                </a:lnTo>
                <a:lnTo>
                  <a:pt x="2397" y="2631"/>
                </a:lnTo>
                <a:lnTo>
                  <a:pt x="2393" y="2646"/>
                </a:lnTo>
                <a:lnTo>
                  <a:pt x="2390" y="2657"/>
                </a:lnTo>
                <a:lnTo>
                  <a:pt x="2388" y="2665"/>
                </a:lnTo>
                <a:lnTo>
                  <a:pt x="2385" y="2679"/>
                </a:lnTo>
                <a:lnTo>
                  <a:pt x="2380" y="2677"/>
                </a:lnTo>
                <a:lnTo>
                  <a:pt x="2370" y="2672"/>
                </a:lnTo>
                <a:lnTo>
                  <a:pt x="2358" y="2667"/>
                </a:lnTo>
                <a:lnTo>
                  <a:pt x="2354" y="2667"/>
                </a:lnTo>
                <a:lnTo>
                  <a:pt x="2351" y="2679"/>
                </a:lnTo>
                <a:lnTo>
                  <a:pt x="2351" y="2687"/>
                </a:lnTo>
                <a:lnTo>
                  <a:pt x="2346" y="2689"/>
                </a:lnTo>
                <a:lnTo>
                  <a:pt x="2346" y="2692"/>
                </a:lnTo>
                <a:lnTo>
                  <a:pt x="2346" y="2694"/>
                </a:lnTo>
                <a:lnTo>
                  <a:pt x="2337" y="2709"/>
                </a:lnTo>
                <a:lnTo>
                  <a:pt x="2331" y="2725"/>
                </a:lnTo>
                <a:lnTo>
                  <a:pt x="2329" y="2726"/>
                </a:lnTo>
                <a:lnTo>
                  <a:pt x="2325" y="2726"/>
                </a:lnTo>
                <a:lnTo>
                  <a:pt x="2312" y="2730"/>
                </a:lnTo>
                <a:lnTo>
                  <a:pt x="2298" y="2738"/>
                </a:lnTo>
                <a:lnTo>
                  <a:pt x="2291" y="2743"/>
                </a:lnTo>
                <a:lnTo>
                  <a:pt x="2288" y="2752"/>
                </a:lnTo>
                <a:lnTo>
                  <a:pt x="2286" y="2759"/>
                </a:lnTo>
                <a:lnTo>
                  <a:pt x="2278" y="2769"/>
                </a:lnTo>
                <a:lnTo>
                  <a:pt x="2266" y="2777"/>
                </a:lnTo>
                <a:lnTo>
                  <a:pt x="2251" y="2791"/>
                </a:lnTo>
                <a:lnTo>
                  <a:pt x="2246" y="2796"/>
                </a:lnTo>
                <a:lnTo>
                  <a:pt x="2232" y="2808"/>
                </a:lnTo>
                <a:lnTo>
                  <a:pt x="2222" y="2815"/>
                </a:lnTo>
                <a:lnTo>
                  <a:pt x="2212" y="2823"/>
                </a:lnTo>
                <a:lnTo>
                  <a:pt x="2201" y="2827"/>
                </a:lnTo>
                <a:lnTo>
                  <a:pt x="2198" y="2840"/>
                </a:lnTo>
                <a:lnTo>
                  <a:pt x="2191" y="2840"/>
                </a:lnTo>
                <a:lnTo>
                  <a:pt x="2183" y="2851"/>
                </a:lnTo>
                <a:lnTo>
                  <a:pt x="2178" y="2852"/>
                </a:lnTo>
                <a:lnTo>
                  <a:pt x="2179" y="2864"/>
                </a:lnTo>
                <a:lnTo>
                  <a:pt x="2188" y="2861"/>
                </a:lnTo>
                <a:lnTo>
                  <a:pt x="2191" y="2871"/>
                </a:lnTo>
                <a:lnTo>
                  <a:pt x="2186" y="2878"/>
                </a:lnTo>
                <a:lnTo>
                  <a:pt x="2188" y="2881"/>
                </a:lnTo>
                <a:lnTo>
                  <a:pt x="2181" y="2895"/>
                </a:lnTo>
                <a:lnTo>
                  <a:pt x="2174" y="2895"/>
                </a:lnTo>
                <a:lnTo>
                  <a:pt x="2176" y="2905"/>
                </a:lnTo>
                <a:lnTo>
                  <a:pt x="2181" y="2908"/>
                </a:lnTo>
                <a:lnTo>
                  <a:pt x="2183" y="2912"/>
                </a:lnTo>
                <a:lnTo>
                  <a:pt x="2191" y="2919"/>
                </a:lnTo>
                <a:lnTo>
                  <a:pt x="2200" y="2927"/>
                </a:lnTo>
                <a:lnTo>
                  <a:pt x="2205" y="2941"/>
                </a:lnTo>
                <a:lnTo>
                  <a:pt x="2205" y="2946"/>
                </a:lnTo>
                <a:lnTo>
                  <a:pt x="2201" y="2948"/>
                </a:lnTo>
                <a:lnTo>
                  <a:pt x="2201" y="2951"/>
                </a:lnTo>
                <a:lnTo>
                  <a:pt x="2195" y="2961"/>
                </a:lnTo>
                <a:lnTo>
                  <a:pt x="2193" y="2963"/>
                </a:lnTo>
                <a:lnTo>
                  <a:pt x="2184" y="2975"/>
                </a:lnTo>
                <a:lnTo>
                  <a:pt x="2186" y="2978"/>
                </a:lnTo>
                <a:lnTo>
                  <a:pt x="2179" y="2982"/>
                </a:lnTo>
                <a:lnTo>
                  <a:pt x="2174" y="2992"/>
                </a:lnTo>
                <a:lnTo>
                  <a:pt x="2176" y="2997"/>
                </a:lnTo>
                <a:lnTo>
                  <a:pt x="2176" y="3009"/>
                </a:lnTo>
                <a:lnTo>
                  <a:pt x="2174" y="3022"/>
                </a:lnTo>
                <a:lnTo>
                  <a:pt x="2172" y="3024"/>
                </a:lnTo>
                <a:lnTo>
                  <a:pt x="2172" y="3026"/>
                </a:lnTo>
                <a:lnTo>
                  <a:pt x="2171" y="3029"/>
                </a:lnTo>
                <a:lnTo>
                  <a:pt x="2167" y="3043"/>
                </a:lnTo>
                <a:lnTo>
                  <a:pt x="2169" y="3056"/>
                </a:lnTo>
                <a:lnTo>
                  <a:pt x="2167" y="3065"/>
                </a:lnTo>
                <a:lnTo>
                  <a:pt x="2167" y="3073"/>
                </a:lnTo>
                <a:lnTo>
                  <a:pt x="2167" y="3082"/>
                </a:lnTo>
                <a:lnTo>
                  <a:pt x="2164" y="3090"/>
                </a:lnTo>
                <a:lnTo>
                  <a:pt x="2159" y="3101"/>
                </a:lnTo>
                <a:lnTo>
                  <a:pt x="2157" y="3102"/>
                </a:lnTo>
                <a:lnTo>
                  <a:pt x="2155" y="3106"/>
                </a:lnTo>
                <a:lnTo>
                  <a:pt x="2144" y="3109"/>
                </a:lnTo>
                <a:lnTo>
                  <a:pt x="2137" y="3119"/>
                </a:lnTo>
                <a:lnTo>
                  <a:pt x="2135" y="3130"/>
                </a:lnTo>
                <a:lnTo>
                  <a:pt x="2133" y="3135"/>
                </a:lnTo>
                <a:lnTo>
                  <a:pt x="2121" y="3145"/>
                </a:lnTo>
                <a:lnTo>
                  <a:pt x="2127" y="3150"/>
                </a:lnTo>
                <a:lnTo>
                  <a:pt x="2120" y="3152"/>
                </a:lnTo>
                <a:lnTo>
                  <a:pt x="2116" y="3162"/>
                </a:lnTo>
                <a:lnTo>
                  <a:pt x="2110" y="3165"/>
                </a:lnTo>
                <a:lnTo>
                  <a:pt x="2110" y="3176"/>
                </a:lnTo>
                <a:lnTo>
                  <a:pt x="2098" y="3179"/>
                </a:lnTo>
                <a:lnTo>
                  <a:pt x="2093" y="3187"/>
                </a:lnTo>
                <a:lnTo>
                  <a:pt x="2101" y="3199"/>
                </a:lnTo>
                <a:lnTo>
                  <a:pt x="2101" y="3208"/>
                </a:lnTo>
                <a:lnTo>
                  <a:pt x="2089" y="3215"/>
                </a:lnTo>
                <a:lnTo>
                  <a:pt x="2082" y="3210"/>
                </a:lnTo>
                <a:lnTo>
                  <a:pt x="2077" y="3210"/>
                </a:lnTo>
                <a:lnTo>
                  <a:pt x="2069" y="3216"/>
                </a:lnTo>
                <a:lnTo>
                  <a:pt x="2064" y="3227"/>
                </a:lnTo>
                <a:lnTo>
                  <a:pt x="2064" y="3235"/>
                </a:lnTo>
                <a:lnTo>
                  <a:pt x="2067" y="3247"/>
                </a:lnTo>
                <a:lnTo>
                  <a:pt x="2059" y="3254"/>
                </a:lnTo>
                <a:lnTo>
                  <a:pt x="2048" y="3255"/>
                </a:lnTo>
                <a:lnTo>
                  <a:pt x="2040" y="3252"/>
                </a:lnTo>
                <a:lnTo>
                  <a:pt x="2043" y="3242"/>
                </a:lnTo>
                <a:lnTo>
                  <a:pt x="2048" y="3240"/>
                </a:lnTo>
                <a:lnTo>
                  <a:pt x="2043" y="3233"/>
                </a:lnTo>
                <a:lnTo>
                  <a:pt x="2031" y="3242"/>
                </a:lnTo>
                <a:lnTo>
                  <a:pt x="2018" y="3238"/>
                </a:lnTo>
                <a:lnTo>
                  <a:pt x="2016" y="3233"/>
                </a:lnTo>
                <a:lnTo>
                  <a:pt x="2019" y="3221"/>
                </a:lnTo>
                <a:lnTo>
                  <a:pt x="2009" y="3223"/>
                </a:lnTo>
                <a:lnTo>
                  <a:pt x="1997" y="3215"/>
                </a:lnTo>
                <a:lnTo>
                  <a:pt x="1997" y="3206"/>
                </a:lnTo>
                <a:lnTo>
                  <a:pt x="1989" y="3203"/>
                </a:lnTo>
                <a:lnTo>
                  <a:pt x="1991" y="3196"/>
                </a:lnTo>
                <a:lnTo>
                  <a:pt x="1979" y="3189"/>
                </a:lnTo>
                <a:lnTo>
                  <a:pt x="1974" y="3177"/>
                </a:lnTo>
                <a:lnTo>
                  <a:pt x="1962" y="3170"/>
                </a:lnTo>
                <a:lnTo>
                  <a:pt x="1963" y="3160"/>
                </a:lnTo>
                <a:lnTo>
                  <a:pt x="1953" y="3150"/>
                </a:lnTo>
                <a:lnTo>
                  <a:pt x="1955" y="3143"/>
                </a:lnTo>
                <a:lnTo>
                  <a:pt x="1945" y="3138"/>
                </a:lnTo>
                <a:lnTo>
                  <a:pt x="1946" y="3133"/>
                </a:lnTo>
                <a:lnTo>
                  <a:pt x="1936" y="3124"/>
                </a:lnTo>
                <a:lnTo>
                  <a:pt x="1933" y="3124"/>
                </a:lnTo>
                <a:lnTo>
                  <a:pt x="1933" y="3128"/>
                </a:lnTo>
                <a:lnTo>
                  <a:pt x="1926" y="3118"/>
                </a:lnTo>
                <a:lnTo>
                  <a:pt x="1923" y="3114"/>
                </a:lnTo>
                <a:lnTo>
                  <a:pt x="1924" y="3111"/>
                </a:lnTo>
                <a:lnTo>
                  <a:pt x="1921" y="3111"/>
                </a:lnTo>
                <a:lnTo>
                  <a:pt x="1919" y="3106"/>
                </a:lnTo>
                <a:lnTo>
                  <a:pt x="1914" y="3106"/>
                </a:lnTo>
                <a:lnTo>
                  <a:pt x="1916" y="3114"/>
                </a:lnTo>
                <a:lnTo>
                  <a:pt x="1914" y="3123"/>
                </a:lnTo>
                <a:lnTo>
                  <a:pt x="1916" y="3136"/>
                </a:lnTo>
                <a:lnTo>
                  <a:pt x="1923" y="3145"/>
                </a:lnTo>
                <a:lnTo>
                  <a:pt x="1924" y="3155"/>
                </a:lnTo>
                <a:lnTo>
                  <a:pt x="1929" y="3165"/>
                </a:lnTo>
                <a:lnTo>
                  <a:pt x="1934" y="3169"/>
                </a:lnTo>
                <a:lnTo>
                  <a:pt x="1940" y="3179"/>
                </a:lnTo>
                <a:lnTo>
                  <a:pt x="1943" y="3187"/>
                </a:lnTo>
                <a:lnTo>
                  <a:pt x="1950" y="3193"/>
                </a:lnTo>
                <a:lnTo>
                  <a:pt x="1958" y="3204"/>
                </a:lnTo>
                <a:lnTo>
                  <a:pt x="1970" y="3211"/>
                </a:lnTo>
                <a:lnTo>
                  <a:pt x="1975" y="3220"/>
                </a:lnTo>
                <a:lnTo>
                  <a:pt x="1985" y="3227"/>
                </a:lnTo>
                <a:lnTo>
                  <a:pt x="1992" y="3233"/>
                </a:lnTo>
                <a:lnTo>
                  <a:pt x="1989" y="3245"/>
                </a:lnTo>
                <a:lnTo>
                  <a:pt x="1994" y="3249"/>
                </a:lnTo>
                <a:lnTo>
                  <a:pt x="1994" y="3262"/>
                </a:lnTo>
                <a:lnTo>
                  <a:pt x="1989" y="3264"/>
                </a:lnTo>
                <a:lnTo>
                  <a:pt x="1996" y="3272"/>
                </a:lnTo>
                <a:lnTo>
                  <a:pt x="1987" y="3283"/>
                </a:lnTo>
                <a:lnTo>
                  <a:pt x="1987" y="3288"/>
                </a:lnTo>
                <a:lnTo>
                  <a:pt x="1982" y="3296"/>
                </a:lnTo>
                <a:lnTo>
                  <a:pt x="1979" y="3310"/>
                </a:lnTo>
                <a:lnTo>
                  <a:pt x="1968" y="3310"/>
                </a:lnTo>
                <a:lnTo>
                  <a:pt x="1963" y="3308"/>
                </a:lnTo>
                <a:lnTo>
                  <a:pt x="1953" y="3306"/>
                </a:lnTo>
                <a:lnTo>
                  <a:pt x="1943" y="3306"/>
                </a:lnTo>
                <a:lnTo>
                  <a:pt x="1931" y="3306"/>
                </a:lnTo>
                <a:lnTo>
                  <a:pt x="1906" y="3306"/>
                </a:lnTo>
                <a:lnTo>
                  <a:pt x="1900" y="3306"/>
                </a:lnTo>
                <a:lnTo>
                  <a:pt x="1892" y="3308"/>
                </a:lnTo>
                <a:lnTo>
                  <a:pt x="1880" y="3308"/>
                </a:lnTo>
                <a:lnTo>
                  <a:pt x="1872" y="3308"/>
                </a:lnTo>
                <a:lnTo>
                  <a:pt x="1860" y="3310"/>
                </a:lnTo>
                <a:lnTo>
                  <a:pt x="1853" y="3310"/>
                </a:lnTo>
                <a:lnTo>
                  <a:pt x="1849" y="3310"/>
                </a:lnTo>
                <a:lnTo>
                  <a:pt x="1829" y="3313"/>
                </a:lnTo>
                <a:lnTo>
                  <a:pt x="1824" y="3313"/>
                </a:lnTo>
                <a:lnTo>
                  <a:pt x="1812" y="3315"/>
                </a:lnTo>
                <a:lnTo>
                  <a:pt x="1804" y="3317"/>
                </a:lnTo>
                <a:lnTo>
                  <a:pt x="1802" y="3317"/>
                </a:lnTo>
                <a:lnTo>
                  <a:pt x="1793" y="3318"/>
                </a:lnTo>
                <a:lnTo>
                  <a:pt x="1780" y="3320"/>
                </a:lnTo>
                <a:lnTo>
                  <a:pt x="1775" y="3322"/>
                </a:lnTo>
                <a:lnTo>
                  <a:pt x="1764" y="3324"/>
                </a:lnTo>
                <a:lnTo>
                  <a:pt x="1759" y="3320"/>
                </a:lnTo>
                <a:lnTo>
                  <a:pt x="1758" y="3325"/>
                </a:lnTo>
                <a:lnTo>
                  <a:pt x="1746" y="3329"/>
                </a:lnTo>
                <a:lnTo>
                  <a:pt x="1741" y="3332"/>
                </a:lnTo>
                <a:lnTo>
                  <a:pt x="1736" y="3322"/>
                </a:lnTo>
                <a:lnTo>
                  <a:pt x="1722" y="3315"/>
                </a:lnTo>
                <a:lnTo>
                  <a:pt x="1719" y="3306"/>
                </a:lnTo>
                <a:lnTo>
                  <a:pt x="1712" y="3306"/>
                </a:lnTo>
                <a:lnTo>
                  <a:pt x="1708" y="3310"/>
                </a:lnTo>
                <a:lnTo>
                  <a:pt x="1702" y="3301"/>
                </a:lnTo>
                <a:lnTo>
                  <a:pt x="1693" y="3295"/>
                </a:lnTo>
                <a:lnTo>
                  <a:pt x="1690" y="3300"/>
                </a:lnTo>
                <a:lnTo>
                  <a:pt x="1683" y="3306"/>
                </a:lnTo>
                <a:lnTo>
                  <a:pt x="1676" y="3298"/>
                </a:lnTo>
                <a:lnTo>
                  <a:pt x="1671" y="3305"/>
                </a:lnTo>
                <a:lnTo>
                  <a:pt x="1669" y="3295"/>
                </a:lnTo>
                <a:lnTo>
                  <a:pt x="1666" y="3301"/>
                </a:lnTo>
                <a:lnTo>
                  <a:pt x="1662" y="3295"/>
                </a:lnTo>
                <a:lnTo>
                  <a:pt x="1654" y="3298"/>
                </a:lnTo>
                <a:lnTo>
                  <a:pt x="1649" y="3291"/>
                </a:lnTo>
                <a:lnTo>
                  <a:pt x="1649" y="3296"/>
                </a:lnTo>
                <a:lnTo>
                  <a:pt x="1640" y="3293"/>
                </a:lnTo>
                <a:lnTo>
                  <a:pt x="1637" y="3284"/>
                </a:lnTo>
                <a:lnTo>
                  <a:pt x="1634" y="3288"/>
                </a:lnTo>
                <a:lnTo>
                  <a:pt x="1628" y="3283"/>
                </a:lnTo>
                <a:lnTo>
                  <a:pt x="1628" y="3289"/>
                </a:lnTo>
                <a:lnTo>
                  <a:pt x="1625" y="3286"/>
                </a:lnTo>
                <a:lnTo>
                  <a:pt x="1618" y="3293"/>
                </a:lnTo>
                <a:lnTo>
                  <a:pt x="1623" y="3298"/>
                </a:lnTo>
                <a:lnTo>
                  <a:pt x="1622" y="3306"/>
                </a:lnTo>
                <a:lnTo>
                  <a:pt x="1625" y="3306"/>
                </a:lnTo>
                <a:lnTo>
                  <a:pt x="1627" y="3306"/>
                </a:lnTo>
                <a:lnTo>
                  <a:pt x="1628" y="3312"/>
                </a:lnTo>
                <a:lnTo>
                  <a:pt x="1642" y="3308"/>
                </a:lnTo>
                <a:lnTo>
                  <a:pt x="1642" y="3318"/>
                </a:lnTo>
                <a:lnTo>
                  <a:pt x="1635" y="3318"/>
                </a:lnTo>
                <a:lnTo>
                  <a:pt x="1622" y="3322"/>
                </a:lnTo>
                <a:lnTo>
                  <a:pt x="1617" y="3313"/>
                </a:lnTo>
                <a:lnTo>
                  <a:pt x="1611" y="3306"/>
                </a:lnTo>
                <a:lnTo>
                  <a:pt x="1611" y="3301"/>
                </a:lnTo>
                <a:lnTo>
                  <a:pt x="1606" y="3298"/>
                </a:lnTo>
                <a:lnTo>
                  <a:pt x="1598" y="3291"/>
                </a:lnTo>
                <a:lnTo>
                  <a:pt x="1589" y="3279"/>
                </a:lnTo>
                <a:lnTo>
                  <a:pt x="1586" y="3264"/>
                </a:lnTo>
                <a:lnTo>
                  <a:pt x="1581" y="3267"/>
                </a:lnTo>
                <a:lnTo>
                  <a:pt x="1583" y="3254"/>
                </a:lnTo>
                <a:lnTo>
                  <a:pt x="1579" y="3266"/>
                </a:lnTo>
                <a:lnTo>
                  <a:pt x="1571" y="3261"/>
                </a:lnTo>
                <a:lnTo>
                  <a:pt x="1564" y="3261"/>
                </a:lnTo>
                <a:lnTo>
                  <a:pt x="1559" y="3255"/>
                </a:lnTo>
                <a:lnTo>
                  <a:pt x="1555" y="3242"/>
                </a:lnTo>
                <a:lnTo>
                  <a:pt x="1560" y="3237"/>
                </a:lnTo>
                <a:lnTo>
                  <a:pt x="1557" y="3233"/>
                </a:lnTo>
                <a:lnTo>
                  <a:pt x="1554" y="3240"/>
                </a:lnTo>
                <a:lnTo>
                  <a:pt x="1555" y="3232"/>
                </a:lnTo>
                <a:lnTo>
                  <a:pt x="1552" y="3225"/>
                </a:lnTo>
                <a:lnTo>
                  <a:pt x="1545" y="3228"/>
                </a:lnTo>
                <a:lnTo>
                  <a:pt x="1547" y="3242"/>
                </a:lnTo>
                <a:lnTo>
                  <a:pt x="1542" y="3242"/>
                </a:lnTo>
                <a:lnTo>
                  <a:pt x="1533" y="3249"/>
                </a:lnTo>
                <a:lnTo>
                  <a:pt x="1527" y="3249"/>
                </a:lnTo>
                <a:lnTo>
                  <a:pt x="1521" y="3254"/>
                </a:lnTo>
                <a:lnTo>
                  <a:pt x="1523" y="3259"/>
                </a:lnTo>
                <a:lnTo>
                  <a:pt x="1516" y="3257"/>
                </a:lnTo>
                <a:lnTo>
                  <a:pt x="1516" y="3250"/>
                </a:lnTo>
                <a:lnTo>
                  <a:pt x="1515" y="3240"/>
                </a:lnTo>
                <a:lnTo>
                  <a:pt x="1513" y="3237"/>
                </a:lnTo>
                <a:lnTo>
                  <a:pt x="1513" y="3249"/>
                </a:lnTo>
                <a:lnTo>
                  <a:pt x="1513" y="3257"/>
                </a:lnTo>
                <a:lnTo>
                  <a:pt x="1518" y="3267"/>
                </a:lnTo>
                <a:lnTo>
                  <a:pt x="1520" y="3281"/>
                </a:lnTo>
                <a:lnTo>
                  <a:pt x="1510" y="3284"/>
                </a:lnTo>
                <a:lnTo>
                  <a:pt x="1503" y="3274"/>
                </a:lnTo>
                <a:lnTo>
                  <a:pt x="1498" y="3262"/>
                </a:lnTo>
                <a:lnTo>
                  <a:pt x="1494" y="3257"/>
                </a:lnTo>
                <a:lnTo>
                  <a:pt x="1487" y="3250"/>
                </a:lnTo>
                <a:lnTo>
                  <a:pt x="1479" y="3249"/>
                </a:lnTo>
                <a:lnTo>
                  <a:pt x="1491" y="3257"/>
                </a:lnTo>
                <a:lnTo>
                  <a:pt x="1498" y="3272"/>
                </a:lnTo>
                <a:lnTo>
                  <a:pt x="1504" y="3286"/>
                </a:lnTo>
                <a:lnTo>
                  <a:pt x="1493" y="3284"/>
                </a:lnTo>
                <a:lnTo>
                  <a:pt x="1487" y="3288"/>
                </a:lnTo>
                <a:lnTo>
                  <a:pt x="1484" y="3284"/>
                </a:lnTo>
                <a:lnTo>
                  <a:pt x="1482" y="3288"/>
                </a:lnTo>
                <a:lnTo>
                  <a:pt x="1474" y="3283"/>
                </a:lnTo>
                <a:lnTo>
                  <a:pt x="1472" y="3284"/>
                </a:lnTo>
                <a:lnTo>
                  <a:pt x="1470" y="3286"/>
                </a:lnTo>
                <a:lnTo>
                  <a:pt x="1467" y="3276"/>
                </a:lnTo>
                <a:lnTo>
                  <a:pt x="1455" y="3266"/>
                </a:lnTo>
                <a:lnTo>
                  <a:pt x="1448" y="3262"/>
                </a:lnTo>
                <a:lnTo>
                  <a:pt x="1448" y="3255"/>
                </a:lnTo>
                <a:lnTo>
                  <a:pt x="1447" y="3245"/>
                </a:lnTo>
                <a:lnTo>
                  <a:pt x="1445" y="3238"/>
                </a:lnTo>
                <a:lnTo>
                  <a:pt x="1452" y="3237"/>
                </a:lnTo>
                <a:lnTo>
                  <a:pt x="1448" y="3233"/>
                </a:lnTo>
                <a:lnTo>
                  <a:pt x="1443" y="3237"/>
                </a:lnTo>
                <a:lnTo>
                  <a:pt x="1443" y="3225"/>
                </a:lnTo>
                <a:lnTo>
                  <a:pt x="1438" y="3220"/>
                </a:lnTo>
                <a:lnTo>
                  <a:pt x="1448" y="3215"/>
                </a:lnTo>
                <a:lnTo>
                  <a:pt x="1452" y="3210"/>
                </a:lnTo>
                <a:lnTo>
                  <a:pt x="1440" y="3213"/>
                </a:lnTo>
                <a:lnTo>
                  <a:pt x="1431" y="3206"/>
                </a:lnTo>
                <a:lnTo>
                  <a:pt x="1428" y="3208"/>
                </a:lnTo>
                <a:lnTo>
                  <a:pt x="1431" y="3220"/>
                </a:lnTo>
                <a:lnTo>
                  <a:pt x="1442" y="3227"/>
                </a:lnTo>
                <a:lnTo>
                  <a:pt x="1442" y="3235"/>
                </a:lnTo>
                <a:lnTo>
                  <a:pt x="1442" y="3240"/>
                </a:lnTo>
                <a:lnTo>
                  <a:pt x="1447" y="3254"/>
                </a:lnTo>
                <a:lnTo>
                  <a:pt x="1447" y="3262"/>
                </a:lnTo>
                <a:lnTo>
                  <a:pt x="1455" y="3269"/>
                </a:lnTo>
                <a:lnTo>
                  <a:pt x="1465" y="3281"/>
                </a:lnTo>
                <a:lnTo>
                  <a:pt x="1465" y="3288"/>
                </a:lnTo>
                <a:lnTo>
                  <a:pt x="1453" y="3296"/>
                </a:lnTo>
                <a:lnTo>
                  <a:pt x="1455" y="3306"/>
                </a:lnTo>
                <a:lnTo>
                  <a:pt x="1459" y="3320"/>
                </a:lnTo>
                <a:lnTo>
                  <a:pt x="1460" y="3329"/>
                </a:lnTo>
                <a:lnTo>
                  <a:pt x="1465" y="3337"/>
                </a:lnTo>
                <a:lnTo>
                  <a:pt x="1465" y="3344"/>
                </a:lnTo>
                <a:lnTo>
                  <a:pt x="1467" y="3346"/>
                </a:lnTo>
                <a:lnTo>
                  <a:pt x="1467" y="3356"/>
                </a:lnTo>
                <a:lnTo>
                  <a:pt x="1477" y="3366"/>
                </a:lnTo>
                <a:lnTo>
                  <a:pt x="1481" y="3369"/>
                </a:lnTo>
                <a:lnTo>
                  <a:pt x="1481" y="3371"/>
                </a:lnTo>
                <a:lnTo>
                  <a:pt x="1479" y="3373"/>
                </a:lnTo>
                <a:lnTo>
                  <a:pt x="1469" y="3373"/>
                </a:lnTo>
                <a:lnTo>
                  <a:pt x="1459" y="3375"/>
                </a:lnTo>
                <a:lnTo>
                  <a:pt x="1447" y="3376"/>
                </a:lnTo>
                <a:lnTo>
                  <a:pt x="1443" y="3376"/>
                </a:lnTo>
                <a:lnTo>
                  <a:pt x="1428" y="3375"/>
                </a:lnTo>
                <a:lnTo>
                  <a:pt x="1425" y="3371"/>
                </a:lnTo>
                <a:lnTo>
                  <a:pt x="1425" y="3358"/>
                </a:lnTo>
                <a:lnTo>
                  <a:pt x="1426" y="3354"/>
                </a:lnTo>
                <a:lnTo>
                  <a:pt x="1425" y="3339"/>
                </a:lnTo>
                <a:lnTo>
                  <a:pt x="1419" y="3324"/>
                </a:lnTo>
                <a:lnTo>
                  <a:pt x="1425" y="3310"/>
                </a:lnTo>
                <a:lnTo>
                  <a:pt x="1431" y="3296"/>
                </a:lnTo>
                <a:lnTo>
                  <a:pt x="1430" y="3283"/>
                </a:lnTo>
                <a:lnTo>
                  <a:pt x="1426" y="3283"/>
                </a:lnTo>
                <a:lnTo>
                  <a:pt x="1426" y="3295"/>
                </a:lnTo>
                <a:lnTo>
                  <a:pt x="1425" y="3301"/>
                </a:lnTo>
                <a:lnTo>
                  <a:pt x="1419" y="3310"/>
                </a:lnTo>
                <a:lnTo>
                  <a:pt x="1416" y="3317"/>
                </a:lnTo>
                <a:lnTo>
                  <a:pt x="1418" y="3332"/>
                </a:lnTo>
                <a:lnTo>
                  <a:pt x="1419" y="3337"/>
                </a:lnTo>
                <a:lnTo>
                  <a:pt x="1419" y="3349"/>
                </a:lnTo>
                <a:lnTo>
                  <a:pt x="1414" y="3342"/>
                </a:lnTo>
                <a:lnTo>
                  <a:pt x="1413" y="3334"/>
                </a:lnTo>
                <a:lnTo>
                  <a:pt x="1411" y="3327"/>
                </a:lnTo>
                <a:lnTo>
                  <a:pt x="1406" y="3318"/>
                </a:lnTo>
                <a:lnTo>
                  <a:pt x="1399" y="3320"/>
                </a:lnTo>
                <a:lnTo>
                  <a:pt x="1408" y="3329"/>
                </a:lnTo>
                <a:lnTo>
                  <a:pt x="1409" y="3339"/>
                </a:lnTo>
                <a:lnTo>
                  <a:pt x="1409" y="3349"/>
                </a:lnTo>
                <a:lnTo>
                  <a:pt x="1418" y="3358"/>
                </a:lnTo>
                <a:lnTo>
                  <a:pt x="1418" y="3363"/>
                </a:lnTo>
                <a:lnTo>
                  <a:pt x="1421" y="3375"/>
                </a:lnTo>
                <a:lnTo>
                  <a:pt x="1421" y="3378"/>
                </a:lnTo>
                <a:lnTo>
                  <a:pt x="1409" y="3380"/>
                </a:lnTo>
                <a:lnTo>
                  <a:pt x="1401" y="3381"/>
                </a:lnTo>
                <a:lnTo>
                  <a:pt x="1396" y="3386"/>
                </a:lnTo>
                <a:lnTo>
                  <a:pt x="1387" y="3378"/>
                </a:lnTo>
                <a:lnTo>
                  <a:pt x="1384" y="3375"/>
                </a:lnTo>
                <a:lnTo>
                  <a:pt x="1385" y="3363"/>
                </a:lnTo>
                <a:lnTo>
                  <a:pt x="1385" y="3358"/>
                </a:lnTo>
                <a:lnTo>
                  <a:pt x="1387" y="3342"/>
                </a:lnTo>
                <a:lnTo>
                  <a:pt x="1385" y="3335"/>
                </a:lnTo>
                <a:lnTo>
                  <a:pt x="1377" y="3322"/>
                </a:lnTo>
                <a:lnTo>
                  <a:pt x="1365" y="3318"/>
                </a:lnTo>
                <a:lnTo>
                  <a:pt x="1365" y="3312"/>
                </a:lnTo>
                <a:close/>
                <a:moveTo>
                  <a:pt x="1496" y="3342"/>
                </a:moveTo>
                <a:lnTo>
                  <a:pt x="1503" y="3354"/>
                </a:lnTo>
                <a:lnTo>
                  <a:pt x="1515" y="3358"/>
                </a:lnTo>
                <a:lnTo>
                  <a:pt x="1515" y="3366"/>
                </a:lnTo>
                <a:lnTo>
                  <a:pt x="1508" y="3366"/>
                </a:lnTo>
                <a:lnTo>
                  <a:pt x="1499" y="3363"/>
                </a:lnTo>
                <a:lnTo>
                  <a:pt x="1491" y="3361"/>
                </a:lnTo>
                <a:lnTo>
                  <a:pt x="1477" y="3358"/>
                </a:lnTo>
                <a:lnTo>
                  <a:pt x="1472" y="3344"/>
                </a:lnTo>
                <a:lnTo>
                  <a:pt x="1476" y="3341"/>
                </a:lnTo>
                <a:lnTo>
                  <a:pt x="1482" y="3344"/>
                </a:lnTo>
                <a:lnTo>
                  <a:pt x="1494" y="3335"/>
                </a:lnTo>
                <a:lnTo>
                  <a:pt x="1494" y="3341"/>
                </a:lnTo>
                <a:lnTo>
                  <a:pt x="1496" y="3342"/>
                </a:lnTo>
                <a:close/>
                <a:moveTo>
                  <a:pt x="1727" y="3324"/>
                </a:moveTo>
                <a:lnTo>
                  <a:pt x="1720" y="3330"/>
                </a:lnTo>
                <a:lnTo>
                  <a:pt x="1719" y="3324"/>
                </a:lnTo>
                <a:lnTo>
                  <a:pt x="1712" y="3329"/>
                </a:lnTo>
                <a:lnTo>
                  <a:pt x="1700" y="3325"/>
                </a:lnTo>
                <a:lnTo>
                  <a:pt x="1705" y="3322"/>
                </a:lnTo>
                <a:lnTo>
                  <a:pt x="1715" y="3325"/>
                </a:lnTo>
                <a:lnTo>
                  <a:pt x="1720" y="3318"/>
                </a:lnTo>
                <a:lnTo>
                  <a:pt x="1727" y="3324"/>
                </a:lnTo>
                <a:close/>
                <a:moveTo>
                  <a:pt x="1695" y="3320"/>
                </a:moveTo>
                <a:lnTo>
                  <a:pt x="1695" y="3325"/>
                </a:lnTo>
                <a:lnTo>
                  <a:pt x="1681" y="3324"/>
                </a:lnTo>
                <a:lnTo>
                  <a:pt x="1695" y="3320"/>
                </a:lnTo>
                <a:close/>
                <a:moveTo>
                  <a:pt x="1671" y="3318"/>
                </a:moveTo>
                <a:lnTo>
                  <a:pt x="1673" y="3327"/>
                </a:lnTo>
                <a:lnTo>
                  <a:pt x="1683" y="3325"/>
                </a:lnTo>
                <a:lnTo>
                  <a:pt x="1693" y="3330"/>
                </a:lnTo>
                <a:lnTo>
                  <a:pt x="1695" y="3329"/>
                </a:lnTo>
                <a:lnTo>
                  <a:pt x="1696" y="3327"/>
                </a:lnTo>
                <a:lnTo>
                  <a:pt x="1712" y="3330"/>
                </a:lnTo>
                <a:lnTo>
                  <a:pt x="1719" y="3325"/>
                </a:lnTo>
                <a:lnTo>
                  <a:pt x="1719" y="3329"/>
                </a:lnTo>
                <a:lnTo>
                  <a:pt x="1722" y="3330"/>
                </a:lnTo>
                <a:lnTo>
                  <a:pt x="1730" y="3324"/>
                </a:lnTo>
                <a:lnTo>
                  <a:pt x="1734" y="3325"/>
                </a:lnTo>
                <a:lnTo>
                  <a:pt x="1732" y="3339"/>
                </a:lnTo>
                <a:lnTo>
                  <a:pt x="1727" y="3341"/>
                </a:lnTo>
                <a:lnTo>
                  <a:pt x="1717" y="3339"/>
                </a:lnTo>
                <a:lnTo>
                  <a:pt x="1703" y="3341"/>
                </a:lnTo>
                <a:lnTo>
                  <a:pt x="1693" y="3342"/>
                </a:lnTo>
                <a:lnTo>
                  <a:pt x="1678" y="3346"/>
                </a:lnTo>
                <a:lnTo>
                  <a:pt x="1676" y="3346"/>
                </a:lnTo>
                <a:lnTo>
                  <a:pt x="1669" y="3346"/>
                </a:lnTo>
                <a:lnTo>
                  <a:pt x="1656" y="3342"/>
                </a:lnTo>
                <a:lnTo>
                  <a:pt x="1645" y="3342"/>
                </a:lnTo>
                <a:lnTo>
                  <a:pt x="1647" y="3327"/>
                </a:lnTo>
                <a:lnTo>
                  <a:pt x="1659" y="3324"/>
                </a:lnTo>
                <a:lnTo>
                  <a:pt x="1666" y="3317"/>
                </a:lnTo>
                <a:lnTo>
                  <a:pt x="1671" y="3318"/>
                </a:lnTo>
                <a:close/>
                <a:moveTo>
                  <a:pt x="1577" y="3315"/>
                </a:moveTo>
                <a:lnTo>
                  <a:pt x="1579" y="3317"/>
                </a:lnTo>
                <a:lnTo>
                  <a:pt x="1571" y="3325"/>
                </a:lnTo>
                <a:lnTo>
                  <a:pt x="1571" y="3329"/>
                </a:lnTo>
                <a:lnTo>
                  <a:pt x="1567" y="3327"/>
                </a:lnTo>
                <a:lnTo>
                  <a:pt x="1566" y="3329"/>
                </a:lnTo>
                <a:lnTo>
                  <a:pt x="1569" y="3320"/>
                </a:lnTo>
                <a:lnTo>
                  <a:pt x="1577" y="3315"/>
                </a:lnTo>
                <a:close/>
                <a:moveTo>
                  <a:pt x="1623" y="3325"/>
                </a:moveTo>
                <a:lnTo>
                  <a:pt x="1639" y="3322"/>
                </a:lnTo>
                <a:lnTo>
                  <a:pt x="1642" y="3324"/>
                </a:lnTo>
                <a:lnTo>
                  <a:pt x="1637" y="3335"/>
                </a:lnTo>
                <a:lnTo>
                  <a:pt x="1639" y="3344"/>
                </a:lnTo>
                <a:lnTo>
                  <a:pt x="1642" y="3351"/>
                </a:lnTo>
                <a:lnTo>
                  <a:pt x="1640" y="3352"/>
                </a:lnTo>
                <a:lnTo>
                  <a:pt x="1630" y="3354"/>
                </a:lnTo>
                <a:lnTo>
                  <a:pt x="1618" y="3359"/>
                </a:lnTo>
                <a:lnTo>
                  <a:pt x="1611" y="3361"/>
                </a:lnTo>
                <a:lnTo>
                  <a:pt x="1603" y="3364"/>
                </a:lnTo>
                <a:lnTo>
                  <a:pt x="1598" y="3364"/>
                </a:lnTo>
                <a:lnTo>
                  <a:pt x="1591" y="3364"/>
                </a:lnTo>
                <a:lnTo>
                  <a:pt x="1584" y="3364"/>
                </a:lnTo>
                <a:lnTo>
                  <a:pt x="1574" y="3363"/>
                </a:lnTo>
                <a:lnTo>
                  <a:pt x="1574" y="3354"/>
                </a:lnTo>
                <a:lnTo>
                  <a:pt x="1581" y="3347"/>
                </a:lnTo>
                <a:lnTo>
                  <a:pt x="1586" y="3337"/>
                </a:lnTo>
                <a:lnTo>
                  <a:pt x="1593" y="3332"/>
                </a:lnTo>
                <a:lnTo>
                  <a:pt x="1596" y="3325"/>
                </a:lnTo>
                <a:lnTo>
                  <a:pt x="1601" y="3322"/>
                </a:lnTo>
                <a:lnTo>
                  <a:pt x="1608" y="3310"/>
                </a:lnTo>
                <a:lnTo>
                  <a:pt x="1610" y="3310"/>
                </a:lnTo>
                <a:lnTo>
                  <a:pt x="1613" y="3313"/>
                </a:lnTo>
                <a:lnTo>
                  <a:pt x="1618" y="3322"/>
                </a:lnTo>
                <a:lnTo>
                  <a:pt x="1623" y="3325"/>
                </a:lnTo>
                <a:close/>
                <a:moveTo>
                  <a:pt x="1673" y="3306"/>
                </a:moveTo>
                <a:lnTo>
                  <a:pt x="1671" y="3315"/>
                </a:lnTo>
                <a:lnTo>
                  <a:pt x="1662" y="3317"/>
                </a:lnTo>
                <a:lnTo>
                  <a:pt x="1661" y="3313"/>
                </a:lnTo>
                <a:lnTo>
                  <a:pt x="1673" y="3306"/>
                </a:lnTo>
                <a:close/>
                <a:moveTo>
                  <a:pt x="1632" y="3301"/>
                </a:moveTo>
                <a:lnTo>
                  <a:pt x="1634" y="3306"/>
                </a:lnTo>
                <a:lnTo>
                  <a:pt x="1628" y="3306"/>
                </a:lnTo>
                <a:lnTo>
                  <a:pt x="1634" y="3310"/>
                </a:lnTo>
                <a:lnTo>
                  <a:pt x="1628" y="3310"/>
                </a:lnTo>
                <a:lnTo>
                  <a:pt x="1627" y="3301"/>
                </a:lnTo>
                <a:lnTo>
                  <a:pt x="1632" y="3301"/>
                </a:lnTo>
                <a:close/>
                <a:moveTo>
                  <a:pt x="1702" y="3301"/>
                </a:moveTo>
                <a:lnTo>
                  <a:pt x="1705" y="3310"/>
                </a:lnTo>
                <a:lnTo>
                  <a:pt x="1708" y="3312"/>
                </a:lnTo>
                <a:lnTo>
                  <a:pt x="1713" y="3308"/>
                </a:lnTo>
                <a:lnTo>
                  <a:pt x="1717" y="3317"/>
                </a:lnTo>
                <a:lnTo>
                  <a:pt x="1715" y="3324"/>
                </a:lnTo>
                <a:lnTo>
                  <a:pt x="1705" y="3320"/>
                </a:lnTo>
                <a:lnTo>
                  <a:pt x="1695" y="3325"/>
                </a:lnTo>
                <a:lnTo>
                  <a:pt x="1696" y="3313"/>
                </a:lnTo>
                <a:lnTo>
                  <a:pt x="1693" y="3317"/>
                </a:lnTo>
                <a:lnTo>
                  <a:pt x="1679" y="3315"/>
                </a:lnTo>
                <a:lnTo>
                  <a:pt x="1681" y="3320"/>
                </a:lnTo>
                <a:lnTo>
                  <a:pt x="1673" y="3325"/>
                </a:lnTo>
                <a:lnTo>
                  <a:pt x="1671" y="3318"/>
                </a:lnTo>
                <a:lnTo>
                  <a:pt x="1669" y="3317"/>
                </a:lnTo>
                <a:lnTo>
                  <a:pt x="1673" y="3313"/>
                </a:lnTo>
                <a:lnTo>
                  <a:pt x="1673" y="3310"/>
                </a:lnTo>
                <a:lnTo>
                  <a:pt x="1685" y="3310"/>
                </a:lnTo>
                <a:lnTo>
                  <a:pt x="1686" y="3303"/>
                </a:lnTo>
                <a:lnTo>
                  <a:pt x="1702" y="3301"/>
                </a:lnTo>
                <a:close/>
                <a:moveTo>
                  <a:pt x="1555" y="3301"/>
                </a:moveTo>
                <a:lnTo>
                  <a:pt x="1562" y="3308"/>
                </a:lnTo>
                <a:lnTo>
                  <a:pt x="1567" y="3318"/>
                </a:lnTo>
                <a:lnTo>
                  <a:pt x="1564" y="3327"/>
                </a:lnTo>
                <a:lnTo>
                  <a:pt x="1564" y="3339"/>
                </a:lnTo>
                <a:lnTo>
                  <a:pt x="1554" y="3337"/>
                </a:lnTo>
                <a:lnTo>
                  <a:pt x="1547" y="3330"/>
                </a:lnTo>
                <a:lnTo>
                  <a:pt x="1552" y="3320"/>
                </a:lnTo>
                <a:lnTo>
                  <a:pt x="1547" y="3313"/>
                </a:lnTo>
                <a:lnTo>
                  <a:pt x="1545" y="3301"/>
                </a:lnTo>
                <a:lnTo>
                  <a:pt x="1555" y="3301"/>
                </a:lnTo>
                <a:close/>
                <a:moveTo>
                  <a:pt x="1664" y="3298"/>
                </a:moveTo>
                <a:lnTo>
                  <a:pt x="1664" y="3310"/>
                </a:lnTo>
                <a:lnTo>
                  <a:pt x="1659" y="3310"/>
                </a:lnTo>
                <a:lnTo>
                  <a:pt x="1659" y="3320"/>
                </a:lnTo>
                <a:lnTo>
                  <a:pt x="1654" y="3320"/>
                </a:lnTo>
                <a:lnTo>
                  <a:pt x="1654" y="3313"/>
                </a:lnTo>
                <a:lnTo>
                  <a:pt x="1651" y="3308"/>
                </a:lnTo>
                <a:lnTo>
                  <a:pt x="1661" y="3303"/>
                </a:lnTo>
                <a:lnTo>
                  <a:pt x="1656" y="3303"/>
                </a:lnTo>
                <a:lnTo>
                  <a:pt x="1656" y="3300"/>
                </a:lnTo>
                <a:lnTo>
                  <a:pt x="1664" y="3298"/>
                </a:lnTo>
                <a:close/>
                <a:moveTo>
                  <a:pt x="1651" y="3322"/>
                </a:moveTo>
                <a:lnTo>
                  <a:pt x="1644" y="3312"/>
                </a:lnTo>
                <a:lnTo>
                  <a:pt x="1644" y="3301"/>
                </a:lnTo>
                <a:lnTo>
                  <a:pt x="1647" y="3295"/>
                </a:lnTo>
                <a:lnTo>
                  <a:pt x="1651" y="3296"/>
                </a:lnTo>
                <a:lnTo>
                  <a:pt x="1649" y="3310"/>
                </a:lnTo>
                <a:lnTo>
                  <a:pt x="1652" y="3317"/>
                </a:lnTo>
                <a:lnTo>
                  <a:pt x="1651" y="3322"/>
                </a:lnTo>
                <a:close/>
                <a:moveTo>
                  <a:pt x="1632" y="3300"/>
                </a:moveTo>
                <a:lnTo>
                  <a:pt x="1625" y="3301"/>
                </a:lnTo>
                <a:lnTo>
                  <a:pt x="1623" y="3296"/>
                </a:lnTo>
                <a:lnTo>
                  <a:pt x="1627" y="3295"/>
                </a:lnTo>
                <a:lnTo>
                  <a:pt x="1632" y="3300"/>
                </a:lnTo>
                <a:close/>
                <a:moveTo>
                  <a:pt x="1637" y="3295"/>
                </a:moveTo>
                <a:lnTo>
                  <a:pt x="1642" y="3295"/>
                </a:lnTo>
                <a:lnTo>
                  <a:pt x="1644" y="3308"/>
                </a:lnTo>
                <a:lnTo>
                  <a:pt x="1635" y="3301"/>
                </a:lnTo>
                <a:lnTo>
                  <a:pt x="1637" y="3295"/>
                </a:lnTo>
                <a:close/>
                <a:moveTo>
                  <a:pt x="1560" y="3293"/>
                </a:moveTo>
                <a:lnTo>
                  <a:pt x="1566" y="3300"/>
                </a:lnTo>
                <a:lnTo>
                  <a:pt x="1574" y="3300"/>
                </a:lnTo>
                <a:lnTo>
                  <a:pt x="1576" y="3303"/>
                </a:lnTo>
                <a:lnTo>
                  <a:pt x="1588" y="3312"/>
                </a:lnTo>
                <a:lnTo>
                  <a:pt x="1588" y="3322"/>
                </a:lnTo>
                <a:lnTo>
                  <a:pt x="1581" y="3334"/>
                </a:lnTo>
                <a:lnTo>
                  <a:pt x="1576" y="3335"/>
                </a:lnTo>
                <a:lnTo>
                  <a:pt x="1564" y="3335"/>
                </a:lnTo>
                <a:lnTo>
                  <a:pt x="1567" y="3329"/>
                </a:lnTo>
                <a:lnTo>
                  <a:pt x="1571" y="3329"/>
                </a:lnTo>
                <a:lnTo>
                  <a:pt x="1571" y="3325"/>
                </a:lnTo>
                <a:lnTo>
                  <a:pt x="1579" y="3317"/>
                </a:lnTo>
                <a:lnTo>
                  <a:pt x="1581" y="3312"/>
                </a:lnTo>
                <a:lnTo>
                  <a:pt x="1577" y="3308"/>
                </a:lnTo>
                <a:lnTo>
                  <a:pt x="1569" y="3318"/>
                </a:lnTo>
                <a:lnTo>
                  <a:pt x="1562" y="3308"/>
                </a:lnTo>
                <a:lnTo>
                  <a:pt x="1555" y="3301"/>
                </a:lnTo>
                <a:lnTo>
                  <a:pt x="1555" y="3293"/>
                </a:lnTo>
                <a:lnTo>
                  <a:pt x="1560" y="3293"/>
                </a:lnTo>
                <a:close/>
                <a:moveTo>
                  <a:pt x="1632" y="3293"/>
                </a:moveTo>
                <a:lnTo>
                  <a:pt x="1634" y="3301"/>
                </a:lnTo>
                <a:lnTo>
                  <a:pt x="1627" y="3293"/>
                </a:lnTo>
                <a:lnTo>
                  <a:pt x="1628" y="3289"/>
                </a:lnTo>
                <a:lnTo>
                  <a:pt x="1632" y="3293"/>
                </a:lnTo>
                <a:close/>
                <a:moveTo>
                  <a:pt x="1547" y="3344"/>
                </a:moveTo>
                <a:lnTo>
                  <a:pt x="1535" y="3342"/>
                </a:lnTo>
                <a:lnTo>
                  <a:pt x="1535" y="3341"/>
                </a:lnTo>
                <a:lnTo>
                  <a:pt x="1532" y="3332"/>
                </a:lnTo>
                <a:lnTo>
                  <a:pt x="1528" y="3318"/>
                </a:lnTo>
                <a:lnTo>
                  <a:pt x="1530" y="3310"/>
                </a:lnTo>
                <a:lnTo>
                  <a:pt x="1525" y="3300"/>
                </a:lnTo>
                <a:lnTo>
                  <a:pt x="1523" y="3291"/>
                </a:lnTo>
                <a:lnTo>
                  <a:pt x="1525" y="3288"/>
                </a:lnTo>
                <a:lnTo>
                  <a:pt x="1540" y="3293"/>
                </a:lnTo>
                <a:lnTo>
                  <a:pt x="1542" y="3295"/>
                </a:lnTo>
                <a:lnTo>
                  <a:pt x="1543" y="3301"/>
                </a:lnTo>
                <a:lnTo>
                  <a:pt x="1545" y="3312"/>
                </a:lnTo>
                <a:lnTo>
                  <a:pt x="1550" y="3320"/>
                </a:lnTo>
                <a:lnTo>
                  <a:pt x="1547" y="3330"/>
                </a:lnTo>
                <a:lnTo>
                  <a:pt x="1552" y="3341"/>
                </a:lnTo>
                <a:lnTo>
                  <a:pt x="1547" y="3344"/>
                </a:lnTo>
                <a:close/>
                <a:moveTo>
                  <a:pt x="1518" y="3298"/>
                </a:moveTo>
                <a:lnTo>
                  <a:pt x="1516" y="3298"/>
                </a:lnTo>
                <a:lnTo>
                  <a:pt x="1518" y="3298"/>
                </a:lnTo>
                <a:lnTo>
                  <a:pt x="1520" y="3308"/>
                </a:lnTo>
                <a:lnTo>
                  <a:pt x="1521" y="3317"/>
                </a:lnTo>
                <a:lnTo>
                  <a:pt x="1520" y="3318"/>
                </a:lnTo>
                <a:lnTo>
                  <a:pt x="1515" y="3305"/>
                </a:lnTo>
                <a:lnTo>
                  <a:pt x="1506" y="3298"/>
                </a:lnTo>
                <a:lnTo>
                  <a:pt x="1498" y="3296"/>
                </a:lnTo>
                <a:lnTo>
                  <a:pt x="1508" y="3286"/>
                </a:lnTo>
                <a:lnTo>
                  <a:pt x="1518" y="3289"/>
                </a:lnTo>
                <a:lnTo>
                  <a:pt x="1518" y="3298"/>
                </a:lnTo>
                <a:close/>
                <a:moveTo>
                  <a:pt x="1476" y="3288"/>
                </a:moveTo>
                <a:lnTo>
                  <a:pt x="1489" y="3288"/>
                </a:lnTo>
                <a:lnTo>
                  <a:pt x="1493" y="3284"/>
                </a:lnTo>
                <a:lnTo>
                  <a:pt x="1499" y="3291"/>
                </a:lnTo>
                <a:lnTo>
                  <a:pt x="1498" y="3298"/>
                </a:lnTo>
                <a:lnTo>
                  <a:pt x="1504" y="3301"/>
                </a:lnTo>
                <a:lnTo>
                  <a:pt x="1515" y="3308"/>
                </a:lnTo>
                <a:lnTo>
                  <a:pt x="1516" y="3313"/>
                </a:lnTo>
                <a:lnTo>
                  <a:pt x="1518" y="3325"/>
                </a:lnTo>
                <a:lnTo>
                  <a:pt x="1523" y="3334"/>
                </a:lnTo>
                <a:lnTo>
                  <a:pt x="1523" y="3341"/>
                </a:lnTo>
                <a:lnTo>
                  <a:pt x="1525" y="3351"/>
                </a:lnTo>
                <a:lnTo>
                  <a:pt x="1533" y="3356"/>
                </a:lnTo>
                <a:lnTo>
                  <a:pt x="1527" y="3364"/>
                </a:lnTo>
                <a:lnTo>
                  <a:pt x="1521" y="3366"/>
                </a:lnTo>
                <a:lnTo>
                  <a:pt x="1515" y="3354"/>
                </a:lnTo>
                <a:lnTo>
                  <a:pt x="1503" y="3354"/>
                </a:lnTo>
                <a:lnTo>
                  <a:pt x="1494" y="3341"/>
                </a:lnTo>
                <a:lnTo>
                  <a:pt x="1494" y="3327"/>
                </a:lnTo>
                <a:lnTo>
                  <a:pt x="1493" y="3334"/>
                </a:lnTo>
                <a:lnTo>
                  <a:pt x="1482" y="3342"/>
                </a:lnTo>
                <a:lnTo>
                  <a:pt x="1470" y="3337"/>
                </a:lnTo>
                <a:lnTo>
                  <a:pt x="1469" y="3329"/>
                </a:lnTo>
                <a:lnTo>
                  <a:pt x="1464" y="3318"/>
                </a:lnTo>
                <a:lnTo>
                  <a:pt x="1467" y="3318"/>
                </a:lnTo>
                <a:lnTo>
                  <a:pt x="1462" y="3312"/>
                </a:lnTo>
                <a:lnTo>
                  <a:pt x="1460" y="3303"/>
                </a:lnTo>
                <a:lnTo>
                  <a:pt x="1462" y="3293"/>
                </a:lnTo>
                <a:lnTo>
                  <a:pt x="1472" y="3284"/>
                </a:lnTo>
                <a:lnTo>
                  <a:pt x="1476" y="3288"/>
                </a:lnTo>
                <a:close/>
                <a:moveTo>
                  <a:pt x="1572" y="3283"/>
                </a:moveTo>
                <a:lnTo>
                  <a:pt x="1569" y="3274"/>
                </a:lnTo>
                <a:lnTo>
                  <a:pt x="1572" y="3279"/>
                </a:lnTo>
                <a:lnTo>
                  <a:pt x="1572" y="3283"/>
                </a:lnTo>
                <a:close/>
                <a:moveTo>
                  <a:pt x="1538" y="3274"/>
                </a:moveTo>
                <a:lnTo>
                  <a:pt x="1549" y="3279"/>
                </a:lnTo>
                <a:lnTo>
                  <a:pt x="1543" y="3289"/>
                </a:lnTo>
                <a:lnTo>
                  <a:pt x="1549" y="3295"/>
                </a:lnTo>
                <a:lnTo>
                  <a:pt x="1545" y="3298"/>
                </a:lnTo>
                <a:lnTo>
                  <a:pt x="1540" y="3291"/>
                </a:lnTo>
                <a:lnTo>
                  <a:pt x="1528" y="3288"/>
                </a:lnTo>
                <a:lnTo>
                  <a:pt x="1527" y="3276"/>
                </a:lnTo>
                <a:lnTo>
                  <a:pt x="1533" y="3276"/>
                </a:lnTo>
                <a:lnTo>
                  <a:pt x="1533" y="3274"/>
                </a:lnTo>
                <a:lnTo>
                  <a:pt x="1530" y="3269"/>
                </a:lnTo>
                <a:lnTo>
                  <a:pt x="1535" y="3266"/>
                </a:lnTo>
                <a:lnTo>
                  <a:pt x="1538" y="3274"/>
                </a:lnTo>
                <a:close/>
                <a:moveTo>
                  <a:pt x="1572" y="3267"/>
                </a:moveTo>
                <a:lnTo>
                  <a:pt x="1579" y="3272"/>
                </a:lnTo>
                <a:lnTo>
                  <a:pt x="1581" y="3276"/>
                </a:lnTo>
                <a:lnTo>
                  <a:pt x="1588" y="3289"/>
                </a:lnTo>
                <a:lnTo>
                  <a:pt x="1584" y="3301"/>
                </a:lnTo>
                <a:lnTo>
                  <a:pt x="1574" y="3296"/>
                </a:lnTo>
                <a:lnTo>
                  <a:pt x="1572" y="3284"/>
                </a:lnTo>
                <a:lnTo>
                  <a:pt x="1572" y="3279"/>
                </a:lnTo>
                <a:lnTo>
                  <a:pt x="1571" y="3276"/>
                </a:lnTo>
                <a:lnTo>
                  <a:pt x="1562" y="3267"/>
                </a:lnTo>
                <a:lnTo>
                  <a:pt x="1559" y="3266"/>
                </a:lnTo>
                <a:lnTo>
                  <a:pt x="1562" y="3262"/>
                </a:lnTo>
                <a:lnTo>
                  <a:pt x="1572" y="3267"/>
                </a:lnTo>
                <a:close/>
                <a:moveTo>
                  <a:pt x="1525" y="3262"/>
                </a:moveTo>
                <a:lnTo>
                  <a:pt x="1530" y="3262"/>
                </a:lnTo>
                <a:lnTo>
                  <a:pt x="1530" y="3271"/>
                </a:lnTo>
                <a:lnTo>
                  <a:pt x="1532" y="3276"/>
                </a:lnTo>
                <a:lnTo>
                  <a:pt x="1525" y="3276"/>
                </a:lnTo>
                <a:lnTo>
                  <a:pt x="1527" y="3267"/>
                </a:lnTo>
                <a:lnTo>
                  <a:pt x="1527" y="3264"/>
                </a:lnTo>
                <a:lnTo>
                  <a:pt x="1520" y="3261"/>
                </a:lnTo>
                <a:lnTo>
                  <a:pt x="1525" y="3262"/>
                </a:lnTo>
                <a:close/>
                <a:moveTo>
                  <a:pt x="1532" y="3264"/>
                </a:moveTo>
                <a:lnTo>
                  <a:pt x="1528" y="3257"/>
                </a:lnTo>
                <a:lnTo>
                  <a:pt x="1533" y="3262"/>
                </a:lnTo>
                <a:lnTo>
                  <a:pt x="1532" y="3264"/>
                </a:lnTo>
                <a:close/>
                <a:moveTo>
                  <a:pt x="1537" y="3247"/>
                </a:moveTo>
                <a:lnTo>
                  <a:pt x="1542" y="3250"/>
                </a:lnTo>
                <a:lnTo>
                  <a:pt x="1554" y="3252"/>
                </a:lnTo>
                <a:lnTo>
                  <a:pt x="1560" y="3262"/>
                </a:lnTo>
                <a:lnTo>
                  <a:pt x="1557" y="3264"/>
                </a:lnTo>
                <a:lnTo>
                  <a:pt x="1557" y="3267"/>
                </a:lnTo>
                <a:lnTo>
                  <a:pt x="1567" y="3274"/>
                </a:lnTo>
                <a:lnTo>
                  <a:pt x="1571" y="3284"/>
                </a:lnTo>
                <a:lnTo>
                  <a:pt x="1572" y="3298"/>
                </a:lnTo>
                <a:lnTo>
                  <a:pt x="1566" y="3298"/>
                </a:lnTo>
                <a:lnTo>
                  <a:pt x="1564" y="3293"/>
                </a:lnTo>
                <a:lnTo>
                  <a:pt x="1557" y="3289"/>
                </a:lnTo>
                <a:lnTo>
                  <a:pt x="1550" y="3296"/>
                </a:lnTo>
                <a:lnTo>
                  <a:pt x="1547" y="3289"/>
                </a:lnTo>
                <a:lnTo>
                  <a:pt x="1549" y="3286"/>
                </a:lnTo>
                <a:lnTo>
                  <a:pt x="1547" y="3276"/>
                </a:lnTo>
                <a:lnTo>
                  <a:pt x="1540" y="3274"/>
                </a:lnTo>
                <a:lnTo>
                  <a:pt x="1533" y="3261"/>
                </a:lnTo>
                <a:lnTo>
                  <a:pt x="1527" y="3254"/>
                </a:lnTo>
                <a:lnTo>
                  <a:pt x="1537" y="3247"/>
                </a:lnTo>
                <a:close/>
                <a:moveTo>
                  <a:pt x="1554" y="3244"/>
                </a:moveTo>
                <a:lnTo>
                  <a:pt x="1554" y="3250"/>
                </a:lnTo>
                <a:lnTo>
                  <a:pt x="1540" y="3247"/>
                </a:lnTo>
                <a:lnTo>
                  <a:pt x="1554" y="3244"/>
                </a:lnTo>
                <a:close/>
                <a:moveTo>
                  <a:pt x="1549" y="3240"/>
                </a:moveTo>
                <a:lnTo>
                  <a:pt x="1549" y="3227"/>
                </a:lnTo>
                <a:lnTo>
                  <a:pt x="1552" y="3240"/>
                </a:lnTo>
                <a:lnTo>
                  <a:pt x="1549" y="3240"/>
                </a:lnTo>
                <a:close/>
                <a:moveTo>
                  <a:pt x="993" y="3012"/>
                </a:moveTo>
                <a:lnTo>
                  <a:pt x="1001" y="3017"/>
                </a:lnTo>
                <a:lnTo>
                  <a:pt x="989" y="3017"/>
                </a:lnTo>
                <a:lnTo>
                  <a:pt x="983" y="3016"/>
                </a:lnTo>
                <a:lnTo>
                  <a:pt x="993" y="3012"/>
                </a:lnTo>
                <a:close/>
                <a:moveTo>
                  <a:pt x="1992" y="3291"/>
                </a:moveTo>
                <a:lnTo>
                  <a:pt x="1987" y="3283"/>
                </a:lnTo>
                <a:lnTo>
                  <a:pt x="1996" y="3272"/>
                </a:lnTo>
                <a:lnTo>
                  <a:pt x="2001" y="3284"/>
                </a:lnTo>
                <a:lnTo>
                  <a:pt x="1992" y="3291"/>
                </a:lnTo>
                <a:close/>
                <a:moveTo>
                  <a:pt x="1972" y="3208"/>
                </a:moveTo>
                <a:lnTo>
                  <a:pt x="1967" y="3206"/>
                </a:lnTo>
                <a:lnTo>
                  <a:pt x="1965" y="3198"/>
                </a:lnTo>
                <a:lnTo>
                  <a:pt x="1972" y="3208"/>
                </a:lnTo>
                <a:close/>
                <a:moveTo>
                  <a:pt x="1957" y="3189"/>
                </a:moveTo>
                <a:lnTo>
                  <a:pt x="1951" y="3184"/>
                </a:lnTo>
                <a:lnTo>
                  <a:pt x="1955" y="3186"/>
                </a:lnTo>
                <a:lnTo>
                  <a:pt x="1957" y="3189"/>
                </a:lnTo>
                <a:close/>
                <a:moveTo>
                  <a:pt x="1965" y="3204"/>
                </a:moveTo>
                <a:lnTo>
                  <a:pt x="1960" y="3204"/>
                </a:lnTo>
                <a:lnTo>
                  <a:pt x="1957" y="3194"/>
                </a:lnTo>
                <a:lnTo>
                  <a:pt x="1945" y="3187"/>
                </a:lnTo>
                <a:lnTo>
                  <a:pt x="1943" y="3182"/>
                </a:lnTo>
                <a:lnTo>
                  <a:pt x="1938" y="3172"/>
                </a:lnTo>
                <a:lnTo>
                  <a:pt x="1941" y="3174"/>
                </a:lnTo>
                <a:lnTo>
                  <a:pt x="1945" y="3177"/>
                </a:lnTo>
                <a:lnTo>
                  <a:pt x="1950" y="3182"/>
                </a:lnTo>
                <a:lnTo>
                  <a:pt x="1951" y="3187"/>
                </a:lnTo>
                <a:lnTo>
                  <a:pt x="1958" y="3191"/>
                </a:lnTo>
                <a:lnTo>
                  <a:pt x="1965" y="3204"/>
                </a:lnTo>
                <a:close/>
                <a:moveTo>
                  <a:pt x="1957" y="3187"/>
                </a:moveTo>
                <a:lnTo>
                  <a:pt x="1945" y="3177"/>
                </a:lnTo>
                <a:lnTo>
                  <a:pt x="1941" y="3172"/>
                </a:lnTo>
                <a:lnTo>
                  <a:pt x="1936" y="3169"/>
                </a:lnTo>
                <a:lnTo>
                  <a:pt x="1941" y="3169"/>
                </a:lnTo>
                <a:lnTo>
                  <a:pt x="1953" y="3179"/>
                </a:lnTo>
                <a:lnTo>
                  <a:pt x="1957" y="3187"/>
                </a:lnTo>
                <a:close/>
                <a:moveTo>
                  <a:pt x="1001" y="3005"/>
                </a:moveTo>
                <a:lnTo>
                  <a:pt x="1008" y="3007"/>
                </a:lnTo>
                <a:lnTo>
                  <a:pt x="998" y="3009"/>
                </a:lnTo>
                <a:lnTo>
                  <a:pt x="1001" y="3005"/>
                </a:lnTo>
                <a:close/>
                <a:moveTo>
                  <a:pt x="1011" y="3009"/>
                </a:moveTo>
                <a:lnTo>
                  <a:pt x="1008" y="3016"/>
                </a:lnTo>
                <a:lnTo>
                  <a:pt x="994" y="3011"/>
                </a:lnTo>
                <a:lnTo>
                  <a:pt x="1001" y="3011"/>
                </a:lnTo>
                <a:lnTo>
                  <a:pt x="1010" y="3007"/>
                </a:lnTo>
                <a:lnTo>
                  <a:pt x="1011" y="3009"/>
                </a:lnTo>
                <a:close/>
                <a:moveTo>
                  <a:pt x="1985" y="3218"/>
                </a:moveTo>
                <a:lnTo>
                  <a:pt x="1979" y="3215"/>
                </a:lnTo>
                <a:lnTo>
                  <a:pt x="1979" y="3204"/>
                </a:lnTo>
                <a:lnTo>
                  <a:pt x="1989" y="3215"/>
                </a:lnTo>
                <a:lnTo>
                  <a:pt x="1985" y="3218"/>
                </a:lnTo>
                <a:close/>
                <a:moveTo>
                  <a:pt x="1985" y="3199"/>
                </a:moveTo>
                <a:lnTo>
                  <a:pt x="1980" y="3193"/>
                </a:lnTo>
                <a:lnTo>
                  <a:pt x="1987" y="3194"/>
                </a:lnTo>
                <a:lnTo>
                  <a:pt x="1985" y="3199"/>
                </a:lnTo>
                <a:close/>
                <a:moveTo>
                  <a:pt x="1970" y="3186"/>
                </a:moveTo>
                <a:lnTo>
                  <a:pt x="1967" y="3176"/>
                </a:lnTo>
                <a:lnTo>
                  <a:pt x="1972" y="3179"/>
                </a:lnTo>
                <a:lnTo>
                  <a:pt x="1970" y="3186"/>
                </a:lnTo>
                <a:close/>
                <a:moveTo>
                  <a:pt x="2087" y="3215"/>
                </a:moveTo>
                <a:lnTo>
                  <a:pt x="2082" y="3213"/>
                </a:lnTo>
                <a:lnTo>
                  <a:pt x="2081" y="3210"/>
                </a:lnTo>
                <a:lnTo>
                  <a:pt x="2087" y="3215"/>
                </a:lnTo>
                <a:close/>
                <a:moveTo>
                  <a:pt x="1958" y="3169"/>
                </a:moveTo>
                <a:lnTo>
                  <a:pt x="1957" y="3167"/>
                </a:lnTo>
                <a:lnTo>
                  <a:pt x="1953" y="3164"/>
                </a:lnTo>
                <a:lnTo>
                  <a:pt x="1958" y="3169"/>
                </a:lnTo>
                <a:close/>
                <a:moveTo>
                  <a:pt x="1941" y="3131"/>
                </a:moveTo>
                <a:lnTo>
                  <a:pt x="1946" y="3135"/>
                </a:lnTo>
                <a:lnTo>
                  <a:pt x="1945" y="3138"/>
                </a:lnTo>
                <a:lnTo>
                  <a:pt x="1955" y="3143"/>
                </a:lnTo>
                <a:lnTo>
                  <a:pt x="1953" y="3148"/>
                </a:lnTo>
                <a:lnTo>
                  <a:pt x="1962" y="3160"/>
                </a:lnTo>
                <a:lnTo>
                  <a:pt x="1960" y="3165"/>
                </a:lnTo>
                <a:lnTo>
                  <a:pt x="1955" y="3162"/>
                </a:lnTo>
                <a:lnTo>
                  <a:pt x="1946" y="3155"/>
                </a:lnTo>
                <a:lnTo>
                  <a:pt x="1941" y="3150"/>
                </a:lnTo>
                <a:lnTo>
                  <a:pt x="1936" y="3147"/>
                </a:lnTo>
                <a:lnTo>
                  <a:pt x="1934" y="3136"/>
                </a:lnTo>
                <a:lnTo>
                  <a:pt x="1929" y="3131"/>
                </a:lnTo>
                <a:lnTo>
                  <a:pt x="1933" y="3130"/>
                </a:lnTo>
                <a:lnTo>
                  <a:pt x="1934" y="3126"/>
                </a:lnTo>
                <a:lnTo>
                  <a:pt x="1936" y="3126"/>
                </a:lnTo>
                <a:lnTo>
                  <a:pt x="1941" y="3131"/>
                </a:lnTo>
                <a:close/>
                <a:moveTo>
                  <a:pt x="1946" y="3157"/>
                </a:moveTo>
                <a:lnTo>
                  <a:pt x="1946" y="3160"/>
                </a:lnTo>
                <a:lnTo>
                  <a:pt x="1955" y="3169"/>
                </a:lnTo>
                <a:lnTo>
                  <a:pt x="1960" y="3170"/>
                </a:lnTo>
                <a:lnTo>
                  <a:pt x="1962" y="3179"/>
                </a:lnTo>
                <a:lnTo>
                  <a:pt x="1965" y="3184"/>
                </a:lnTo>
                <a:lnTo>
                  <a:pt x="1972" y="3194"/>
                </a:lnTo>
                <a:lnTo>
                  <a:pt x="1974" y="3201"/>
                </a:lnTo>
                <a:lnTo>
                  <a:pt x="1963" y="3194"/>
                </a:lnTo>
                <a:lnTo>
                  <a:pt x="1958" y="3187"/>
                </a:lnTo>
                <a:lnTo>
                  <a:pt x="1955" y="3177"/>
                </a:lnTo>
                <a:lnTo>
                  <a:pt x="1948" y="3174"/>
                </a:lnTo>
                <a:lnTo>
                  <a:pt x="1940" y="3167"/>
                </a:lnTo>
                <a:lnTo>
                  <a:pt x="1936" y="3159"/>
                </a:lnTo>
                <a:lnTo>
                  <a:pt x="1938" y="3167"/>
                </a:lnTo>
                <a:lnTo>
                  <a:pt x="1928" y="3157"/>
                </a:lnTo>
                <a:lnTo>
                  <a:pt x="1924" y="3145"/>
                </a:lnTo>
                <a:lnTo>
                  <a:pt x="1916" y="3135"/>
                </a:lnTo>
                <a:lnTo>
                  <a:pt x="1916" y="3124"/>
                </a:lnTo>
                <a:lnTo>
                  <a:pt x="1929" y="3133"/>
                </a:lnTo>
                <a:lnTo>
                  <a:pt x="1934" y="3147"/>
                </a:lnTo>
                <a:lnTo>
                  <a:pt x="1946" y="3157"/>
                </a:lnTo>
                <a:close/>
                <a:moveTo>
                  <a:pt x="1921" y="3111"/>
                </a:moveTo>
                <a:lnTo>
                  <a:pt x="1923" y="3111"/>
                </a:lnTo>
                <a:lnTo>
                  <a:pt x="1921" y="3114"/>
                </a:lnTo>
                <a:lnTo>
                  <a:pt x="1924" y="3118"/>
                </a:lnTo>
                <a:lnTo>
                  <a:pt x="1931" y="3130"/>
                </a:lnTo>
                <a:lnTo>
                  <a:pt x="1917" y="3124"/>
                </a:lnTo>
                <a:lnTo>
                  <a:pt x="1917" y="3121"/>
                </a:lnTo>
                <a:lnTo>
                  <a:pt x="1916" y="3106"/>
                </a:lnTo>
                <a:lnTo>
                  <a:pt x="1921" y="3111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10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00" y="930742"/>
            <a:ext cx="2859150" cy="306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7.xml"/><Relationship Id="rId39" Type="http://schemas.openxmlformats.org/officeDocument/2006/relationships/tags" Target="../tags/tag20.xml"/><Relationship Id="rId21" Type="http://schemas.openxmlformats.org/officeDocument/2006/relationships/vmlDrawing" Target="../drawings/vmlDrawing2.vml"/><Relationship Id="rId34" Type="http://schemas.openxmlformats.org/officeDocument/2006/relationships/tags" Target="../tags/tag15.xml"/><Relationship Id="rId42" Type="http://schemas.openxmlformats.org/officeDocument/2006/relationships/oleObject" Target="../embeddings/oleObject2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29" Type="http://schemas.openxmlformats.org/officeDocument/2006/relationships/tags" Target="../tags/tag10.xml"/><Relationship Id="rId41" Type="http://schemas.openxmlformats.org/officeDocument/2006/relationships/tags" Target="../tags/tag2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5.xml"/><Relationship Id="rId32" Type="http://schemas.openxmlformats.org/officeDocument/2006/relationships/tags" Target="../tags/tag13.xml"/><Relationship Id="rId37" Type="http://schemas.openxmlformats.org/officeDocument/2006/relationships/tags" Target="../tags/tag18.xml"/><Relationship Id="rId40" Type="http://schemas.openxmlformats.org/officeDocument/2006/relationships/tags" Target="../tags/tag2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28" Type="http://schemas.openxmlformats.org/officeDocument/2006/relationships/tags" Target="../tags/tag9.xml"/><Relationship Id="rId36" Type="http://schemas.openxmlformats.org/officeDocument/2006/relationships/tags" Target="../tags/tag1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ags" Target="../tags/tag12.xml"/><Relationship Id="rId44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Relationship Id="rId27" Type="http://schemas.openxmlformats.org/officeDocument/2006/relationships/tags" Target="../tags/tag8.xml"/><Relationship Id="rId30" Type="http://schemas.openxmlformats.org/officeDocument/2006/relationships/tags" Target="../tags/tag11.xml"/><Relationship Id="rId35" Type="http://schemas.openxmlformats.org/officeDocument/2006/relationships/tags" Target="../tags/tag16.xml"/><Relationship Id="rId43" Type="http://schemas.openxmlformats.org/officeDocument/2006/relationships/image" Target="../media/image2.emf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6.xml"/><Relationship Id="rId33" Type="http://schemas.openxmlformats.org/officeDocument/2006/relationships/tags" Target="../tags/tag14.xml"/><Relationship Id="rId38" Type="http://schemas.openxmlformats.org/officeDocument/2006/relationships/tags" Target="../tags/tag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" name="think-cell Slide" r:id="rId15" imgW="5715" imgH="5715" progId="TCLayout.ActiveDocument.1">
                  <p:embed/>
                </p:oleObj>
              </mc:Choice>
              <mc:Fallback>
                <p:oleObj name="think-cell Slide" r:id="rId15" imgW="5715" imgH="5715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62EE7-D2E3-4ADF-8A09-0F4D09DBE079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CF0B0-B319-43D2-8A85-1F7976869CF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2" name="think-cell Slide" r:id="rId42" imgW="8255" imgH="8255" progId="TCLayout.ActiveDocument.1">
                  <p:embed/>
                </p:oleObj>
              </mc:Choice>
              <mc:Fallback>
                <p:oleObj name="think-cell Slide" r:id="rId42" imgW="8255" imgH="8255" progId="TCLayout.ActiveDocument.1">
                  <p:embed/>
                  <p:pic>
                    <p:nvPicPr>
                      <p:cNvPr id="0" name="Picture 4175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>
              <a:solidFill>
                <a:srgbClr val="FFFFFF"/>
              </a:solidFill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/>
          <p:cNvSpPr txBox="1"/>
          <p:nvPr userDrawn="1">
            <p:custDataLst>
              <p:tags r:id="rId24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Footnotes</a:t>
            </a:r>
          </a:p>
        </p:txBody>
      </p:sp>
      <p:sp>
        <p:nvSpPr>
          <p:cNvPr id="57" name="2. Slide Title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325">
                <a:solidFill>
                  <a:srgbClr val="000000"/>
                </a:solidFill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>
                <a:solidFill>
                  <a:srgbClr val="000000"/>
                </a:solidFill>
              </a:endParaRPr>
            </a:p>
          </p:txBody>
        </p:sp>
        <p:cxnSp>
          <p:nvCxnSpPr>
            <p:cNvPr id="146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/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r>
              <a:rPr lang="en-US">
                <a:solidFill>
                  <a:srgbClr val="000000"/>
                </a:solidFill>
              </a:rPr>
              <a:t>STICKER</a:t>
            </a:r>
          </a:p>
        </p:txBody>
      </p:sp>
      <p:sp>
        <p:nvSpPr>
          <p:cNvPr id="169" name="ACET" hidden="1"/>
          <p:cNvSpPr txBox="1"/>
          <p:nvPr userDrawn="1">
            <p:custDataLst>
              <p:tags r:id="rId26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>
                <a:solidFill>
                  <a:srgbClr val="000000"/>
                </a:solidFill>
              </a:rPr>
              <a:t>Above Chart Exhibit Title</a:t>
            </a:r>
          </a:p>
          <a:p>
            <a:r>
              <a:rPr lang="en-US" sz="1400" b="0">
                <a:solidFill>
                  <a:srgbClr val="000000"/>
                </a:solidFill>
              </a:rPr>
              <a:t>Unit of Measure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LegendLines" hidden="1"/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/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" name="Legend2" hidden="1"/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0" name="Legend3" hidden="1"/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1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12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13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>
                <a:solidFill>
                  <a:srgbClr val="000000"/>
                </a:solidFill>
              </a:endParaRPr>
            </a:p>
          </p:txBody>
        </p:sp>
      </p:grpSp>
      <p:grpSp>
        <p:nvGrpSpPr>
          <p:cNvPr id="14" name="LegendMoons" hidden="1"/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/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7" name="Legend2" hidden="1"/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8" name="Legend3" hidden="1"/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19" name="Legend4" hidden="1"/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20" name="Legend5" hidden="1"/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21" name="MoonLegend1" hidden="1"/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Arc 34" hidden="1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" name="MoonLegend2" hidden="1"/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Arc 32" hidden="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3" name="MoonLegend3" hidden="1"/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Arc 30" hidden="1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MoonLegend4" hidden="1"/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/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Arc 28" hidden="1"/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5" name="MoonLegend5" hidden="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/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Arc 26" hidden="1"/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6" name="LegendBoxes" hidden="1"/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8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9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40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41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42" name="Legend1" hidden="1"/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43" name="Legend2" hidden="1"/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44" name="Legend3" hidden="1"/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45" name="Legend4" hidden="1"/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46" name="Legend5" hidden="1"/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Legend</a:t>
              </a:r>
            </a:p>
          </p:txBody>
        </p:sp>
      </p:grpSp>
      <p:pic>
        <p:nvPicPr>
          <p:cNvPr id="48" name="Picture 2"/>
          <p:cNvPicPr>
            <a:picLocks noChangeAspect="1" noChangeArrowheads="1"/>
          </p:cNvPicPr>
          <p:nvPr userDrawn="1"/>
        </p:nvPicPr>
        <p:blipFill>
          <a:blip r:embed="rId4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874" y="6217919"/>
            <a:ext cx="560918" cy="60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tags" Target="../tags/tag12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9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3" name="think-cell Slide" r:id="rId4" imgW="5715" imgH="5715" progId="TCLayout.ActiveDocument.1">
                  <p:embed/>
                </p:oleObj>
              </mc:Choice>
              <mc:Fallback>
                <p:oleObj name="think-cell Slide" r:id="rId4" imgW="5715" imgH="5715" progId="TCLayout.ActiveDocument.1">
                  <p:embed/>
                  <p:pic>
                    <p:nvPicPr>
                      <p:cNvPr id="0" name="Picture 226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January, 2026</a:t>
            </a:r>
            <a:endParaRPr lang="en-US" dirty="0"/>
          </a:p>
        </p:txBody>
      </p:sp>
      <p:sp>
        <p:nvSpPr>
          <p:cNvPr id="8" name="Title 1"/>
          <p:cNvSpPr txBox="1"/>
          <p:nvPr/>
        </p:nvSpPr>
        <p:spPr bwMode="ltGray">
          <a:xfrm>
            <a:off x="428017" y="4464995"/>
            <a:ext cx="9190285" cy="924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1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>
              <a:defRPr/>
            </a:pPr>
            <a:r>
              <a:rPr lang="en-US" sz="3200" dirty="0" smtClean="0">
                <a:solidFill>
                  <a:schemeClr val="accent2">
                    <a:lumMod val="90000"/>
                    <a:lumOff val="1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Update on Report on Health Insurance Enrolment </a:t>
            </a:r>
          </a:p>
          <a:p>
            <a:pPr algn="ctr" defTabSz="457200">
              <a:defRPr/>
            </a:pPr>
            <a:r>
              <a:rPr lang="en-US" sz="3200" dirty="0" smtClean="0">
                <a:solidFill>
                  <a:schemeClr val="accent2">
                    <a:lumMod val="90000"/>
                    <a:lumOff val="10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coverage as of Fourth Quarter, 2025</a:t>
            </a:r>
            <a:endParaRPr lang="en-US" sz="3200" dirty="0">
              <a:solidFill>
                <a:schemeClr val="accent2">
                  <a:lumMod val="90000"/>
                  <a:lumOff val="10000"/>
                </a:schemeClr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7104" y="1481519"/>
            <a:ext cx="11537620" cy="50508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9824" y="343136"/>
            <a:ext cx="11772200" cy="88958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Health Insurance </a:t>
            </a:r>
            <a:r>
              <a:rPr lang="en-US" sz="3200" b="1" dirty="0" smtClean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Coverage </a:t>
            </a:r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Quarterly Growth Rate/Targets as </a:t>
            </a:r>
            <a:r>
              <a:rPr lang="en-US" sz="3200" b="1" dirty="0" smtClean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of Q4 </a:t>
            </a:r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2025</a:t>
            </a:r>
            <a:endParaRPr lang="en-GB" sz="32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701" y="3260746"/>
            <a:ext cx="2565375" cy="1730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lvl="2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10000"/>
              <a:buFont typeface="Segoe UI" panose="020B0502040204020203" pitchFamily="34" charset="0"/>
              <a:buNone/>
              <a:defRPr/>
            </a:pPr>
            <a:r>
              <a:rPr lang="en-US" b="1" dirty="0" smtClean="0">
                <a:solidFill>
                  <a:srgbClr val="000000"/>
                </a:solidFill>
                <a:latin typeface="Arial" panose="020B0604020202020204"/>
                <a:ea typeface="Arial-BoldMT"/>
              </a:rPr>
              <a:t>Covered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additional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~4.93M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citizens into the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/>
                <a:ea typeface="Arial-BoldMT"/>
              </a:rPr>
              <a:t>Health Insurance from Q4 2023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/>
                <a:ea typeface="Arial-BoldMT"/>
              </a:rPr>
              <a:t>to Q4 2025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bringing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the total enrolment to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~21.73 million and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Growth rate of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/>
                <a:ea typeface="Arial-BoldMT"/>
              </a:rPr>
              <a:t>29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-BoldMT"/>
                <a:cs typeface="Arial" panose="020B0604020202020204" pitchFamily="34" charset="0"/>
              </a:rPr>
              <a:t>.41%.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-BoldMT"/>
              <a:cs typeface="Arial" panose="020B0604020202020204" pitchFamily="34" charset="0"/>
            </a:endParaRPr>
          </a:p>
        </p:txBody>
      </p:sp>
      <p:pic>
        <p:nvPicPr>
          <p:cNvPr id="12" name="Graphic 37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684570" y="2212631"/>
            <a:ext cx="731520" cy="731520"/>
          </a:xfrm>
          <a:prstGeom prst="rect">
            <a:avLst/>
          </a:prstGeom>
        </p:spPr>
      </p:pic>
      <p:graphicFrame>
        <p:nvGraphicFramePr>
          <p:cNvPr id="14" name="Chart 13"/>
          <p:cNvGraphicFramePr/>
          <p:nvPr>
            <p:extLst>
              <p:ext uri="{D42A27DB-BD31-4B8C-83A1-F6EECF244321}">
                <p14:modId xmlns:p14="http://schemas.microsoft.com/office/powerpoint/2010/main" val="1387164975"/>
              </p:ext>
            </p:extLst>
          </p:nvPr>
        </p:nvGraphicFramePr>
        <p:xfrm>
          <a:off x="3343868" y="1530300"/>
          <a:ext cx="8569152" cy="4949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6692" y="1690254"/>
            <a:ext cx="8358908" cy="46643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32116" y="4041776"/>
            <a:ext cx="627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0.21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428" y="3146655"/>
            <a:ext cx="805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2.75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6500" y="3364224"/>
            <a:ext cx="805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10.94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1939" y="3097408"/>
            <a:ext cx="805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0.14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7694" y="2933991"/>
            <a:ext cx="805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1.66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7" name="TextBox 21"/>
          <p:cNvSpPr txBox="1"/>
          <p:nvPr/>
        </p:nvSpPr>
        <p:spPr>
          <a:xfrm>
            <a:off x="8876480" y="2651808"/>
            <a:ext cx="80583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2.38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19" name="TextBox 21"/>
          <p:cNvSpPr txBox="1"/>
          <p:nvPr/>
        </p:nvSpPr>
        <p:spPr>
          <a:xfrm>
            <a:off x="9989616" y="2236890"/>
            <a:ext cx="80583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5.49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20" name="TextBox 21"/>
          <p:cNvSpPr txBox="1"/>
          <p:nvPr/>
        </p:nvSpPr>
        <p:spPr>
          <a:xfrm>
            <a:off x="10964624" y="1843189"/>
            <a:ext cx="80583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3.01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56390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9282" y="808820"/>
            <a:ext cx="11568189" cy="58668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1706" y="28554"/>
            <a:ext cx="11875342" cy="690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Health </a:t>
            </a:r>
            <a:r>
              <a:rPr lang="en-US" sz="2800" b="1" dirty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Insurance </a:t>
            </a:r>
            <a:r>
              <a:rPr lang="en-US" sz="2800" b="1" dirty="0" smtClean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Coverage Status by State by Program as of Q4 2025</a:t>
            </a:r>
            <a:endParaRPr lang="en-GB" sz="28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10" y="789157"/>
            <a:ext cx="11855638" cy="5866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7" y="737418"/>
            <a:ext cx="7854025" cy="2998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930" y="67965"/>
            <a:ext cx="11806555" cy="55499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Narrow" panose="020B0606020202030204" pitchFamily="34" charset="0"/>
              </a:rPr>
              <a:t>Quarterly Growth in Health Insurance Coverage by </a:t>
            </a:r>
            <a:r>
              <a:rPr lang="en-US" sz="2800" b="1" dirty="0" smtClean="0">
                <a:latin typeface="Arial Narrow" panose="020B0606020202030204" pitchFamily="34" charset="0"/>
              </a:rPr>
              <a:t>Program </a:t>
            </a:r>
            <a:r>
              <a:rPr lang="en-US" sz="2800" b="1" dirty="0" smtClean="0">
                <a:solidFill>
                  <a:schemeClr val="bg1"/>
                </a:solidFill>
                <a:latin typeface="Arial Narrow" panose="020B0606020202030204" pitchFamily="34" charset="0"/>
                <a:cs typeface="Calibri" panose="020F0502020204030204" pitchFamily="34" charset="0"/>
              </a:rPr>
              <a:t>as of Q4 2025</a:t>
            </a:r>
            <a:endParaRPr lang="en-GB" sz="2800" b="1" dirty="0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" y="1295290"/>
            <a:ext cx="11880666" cy="545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9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7D53"/>
      </a:accent1>
      <a:accent2>
        <a:srgbClr val="043E2A"/>
      </a:accent2>
      <a:accent3>
        <a:srgbClr val="098611"/>
      </a:accent3>
      <a:accent4>
        <a:srgbClr val="A3FFB9"/>
      </a:accent4>
      <a:accent5>
        <a:srgbClr val="808080"/>
      </a:accent5>
      <a:accent6>
        <a:srgbClr val="E2AA21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7D53"/>
        </a:accent1>
        <a:accent2>
          <a:srgbClr val="043E2A"/>
        </a:accent2>
        <a:accent3>
          <a:srgbClr val="098611"/>
        </a:accent3>
        <a:accent4>
          <a:srgbClr val="A3FFB9"/>
        </a:accent4>
        <a:accent5>
          <a:srgbClr val="808080"/>
        </a:accent5>
        <a:accent6>
          <a:srgbClr val="E2AA21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14627</TotalTime>
  <Words>98</Words>
  <Application>Microsoft Office PowerPoint</Application>
  <PresentationFormat>Widescreen</PresentationFormat>
  <Paragraphs>17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Aptos</vt:lpstr>
      <vt:lpstr>Aptos Display</vt:lpstr>
      <vt:lpstr>Arial</vt:lpstr>
      <vt:lpstr>Arial Narrow</vt:lpstr>
      <vt:lpstr>Arial-BoldMT</vt:lpstr>
      <vt:lpstr>Calibri</vt:lpstr>
      <vt:lpstr>Segoe UI</vt:lpstr>
      <vt:lpstr>Wingdings</vt:lpstr>
      <vt:lpstr>Office Theme</vt:lpstr>
      <vt:lpstr>1_White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Salamatu Sadiq</dc:creator>
  <cp:lastModifiedBy>Microsoft account</cp:lastModifiedBy>
  <cp:revision>524</cp:revision>
  <cp:lastPrinted>2026-01-13T09:34:41Z</cp:lastPrinted>
  <dcterms:created xsi:type="dcterms:W3CDTF">2024-03-13T08:54:00Z</dcterms:created>
  <dcterms:modified xsi:type="dcterms:W3CDTF">2026-01-26T07:29:14Z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435D82772BF64042BFCC5F0EEC31C5D2_13</vt:lpwstr>
  </property>
  <property fmtid="{D5CDD505-2E9C-101B-9397-08002B2CF9AE}" pid="3" name="KSOProductBuildVer">
    <vt:lpwstr>1033-12.2.0.21546</vt:lpwstr>
  </property>
</Properties>
</file>